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85" r:id="rId2"/>
  </p:sldIdLst>
  <p:sldSz cx="6858000" cy="9906000" type="A4"/>
  <p:notesSz cx="6858000" cy="9144000"/>
  <p:defaultTextStyle>
    <a:defPPr>
      <a:defRPr lang="fr-FR"/>
    </a:defPPr>
    <a:lvl1pPr marL="0" algn="l" defTabSz="400827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1pPr>
    <a:lvl2pPr marL="400827" algn="l" defTabSz="400827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2pPr>
    <a:lvl3pPr marL="801654" algn="l" defTabSz="400827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3pPr>
    <a:lvl4pPr marL="1202482" algn="l" defTabSz="400827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4pPr>
    <a:lvl5pPr marL="1603309" algn="l" defTabSz="400827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5pPr>
    <a:lvl6pPr marL="2004136" algn="l" defTabSz="400827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6pPr>
    <a:lvl7pPr marL="2404963" algn="l" defTabSz="400827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7pPr>
    <a:lvl8pPr marL="2805791" algn="l" defTabSz="400827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8pPr>
    <a:lvl9pPr marL="3206618" algn="l" defTabSz="400827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65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1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456C"/>
    <a:srgbClr val="43464F"/>
    <a:srgbClr val="29374B"/>
    <a:srgbClr val="29789B"/>
    <a:srgbClr val="2B7DA3"/>
    <a:srgbClr val="3192BD"/>
    <a:srgbClr val="9CBF2B"/>
    <a:srgbClr val="81A7A0"/>
    <a:srgbClr val="F8FDF7"/>
    <a:srgbClr val="A6C1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95" autoAdjust="0"/>
    <p:restoredTop sz="94291" autoAdjust="0"/>
  </p:normalViewPr>
  <p:slideViewPr>
    <p:cSldViewPr snapToGrid="0" snapToObjects="1">
      <p:cViewPr varScale="1">
        <p:scale>
          <a:sx n="51" d="100"/>
          <a:sy n="51" d="100"/>
        </p:scale>
        <p:origin x="2352" y="72"/>
      </p:cViewPr>
      <p:guideLst>
        <p:guide orient="horz" pos="3165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58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ar-M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E60E9244-D9A2-4948-A8B9-545C195C42FF}" type="datetimeFigureOut">
              <a:rPr lang="ar-MA" smtClean="0"/>
              <a:t>13-09-1443</a:t>
            </a:fld>
            <a:endParaRPr lang="ar-M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ar-M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M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ar-M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3D016160-EAAB-42DA-81FB-BDD86292C248}" type="slidenum">
              <a:rPr lang="ar-MA" smtClean="0"/>
              <a:t>‹#›</a:t>
            </a:fld>
            <a:endParaRPr lang="ar-MA"/>
          </a:p>
        </p:txBody>
      </p:sp>
    </p:spTree>
    <p:extLst>
      <p:ext uri="{BB962C8B-B14F-4D97-AF65-F5344CB8AC3E}">
        <p14:creationId xmlns:p14="http://schemas.microsoft.com/office/powerpoint/2010/main" val="30399747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01654" rtl="0" eaLnBrk="1" latinLnBrk="0" hangingPunct="1">
      <a:defRPr sz="1052" kern="1200">
        <a:solidFill>
          <a:schemeClr val="tx1"/>
        </a:solidFill>
        <a:latin typeface="+mn-lt"/>
        <a:ea typeface="+mn-ea"/>
        <a:cs typeface="+mn-cs"/>
      </a:defRPr>
    </a:lvl1pPr>
    <a:lvl2pPr marL="400827" algn="l" defTabSz="801654" rtl="0" eaLnBrk="1" latinLnBrk="0" hangingPunct="1">
      <a:defRPr sz="1052" kern="1200">
        <a:solidFill>
          <a:schemeClr val="tx1"/>
        </a:solidFill>
        <a:latin typeface="+mn-lt"/>
        <a:ea typeface="+mn-ea"/>
        <a:cs typeface="+mn-cs"/>
      </a:defRPr>
    </a:lvl2pPr>
    <a:lvl3pPr marL="801654" algn="l" defTabSz="801654" rtl="0" eaLnBrk="1" latinLnBrk="0" hangingPunct="1">
      <a:defRPr sz="1052" kern="1200">
        <a:solidFill>
          <a:schemeClr val="tx1"/>
        </a:solidFill>
        <a:latin typeface="+mn-lt"/>
        <a:ea typeface="+mn-ea"/>
        <a:cs typeface="+mn-cs"/>
      </a:defRPr>
    </a:lvl3pPr>
    <a:lvl4pPr marL="1202482" algn="l" defTabSz="801654" rtl="0" eaLnBrk="1" latinLnBrk="0" hangingPunct="1">
      <a:defRPr sz="1052" kern="1200">
        <a:solidFill>
          <a:schemeClr val="tx1"/>
        </a:solidFill>
        <a:latin typeface="+mn-lt"/>
        <a:ea typeface="+mn-ea"/>
        <a:cs typeface="+mn-cs"/>
      </a:defRPr>
    </a:lvl4pPr>
    <a:lvl5pPr marL="1603309" algn="l" defTabSz="801654" rtl="0" eaLnBrk="1" latinLnBrk="0" hangingPunct="1">
      <a:defRPr sz="1052" kern="1200">
        <a:solidFill>
          <a:schemeClr val="tx1"/>
        </a:solidFill>
        <a:latin typeface="+mn-lt"/>
        <a:ea typeface="+mn-ea"/>
        <a:cs typeface="+mn-cs"/>
      </a:defRPr>
    </a:lvl5pPr>
    <a:lvl6pPr marL="2004136" algn="l" defTabSz="801654" rtl="0" eaLnBrk="1" latinLnBrk="0" hangingPunct="1">
      <a:defRPr sz="1052" kern="1200">
        <a:solidFill>
          <a:schemeClr val="tx1"/>
        </a:solidFill>
        <a:latin typeface="+mn-lt"/>
        <a:ea typeface="+mn-ea"/>
        <a:cs typeface="+mn-cs"/>
      </a:defRPr>
    </a:lvl6pPr>
    <a:lvl7pPr marL="2404963" algn="l" defTabSz="801654" rtl="0" eaLnBrk="1" latinLnBrk="0" hangingPunct="1">
      <a:defRPr sz="1052" kern="1200">
        <a:solidFill>
          <a:schemeClr val="tx1"/>
        </a:solidFill>
        <a:latin typeface="+mn-lt"/>
        <a:ea typeface="+mn-ea"/>
        <a:cs typeface="+mn-cs"/>
      </a:defRPr>
    </a:lvl7pPr>
    <a:lvl8pPr marL="2805791" algn="l" defTabSz="801654" rtl="0" eaLnBrk="1" latinLnBrk="0" hangingPunct="1">
      <a:defRPr sz="1052" kern="1200">
        <a:solidFill>
          <a:schemeClr val="tx1"/>
        </a:solidFill>
        <a:latin typeface="+mn-lt"/>
        <a:ea typeface="+mn-ea"/>
        <a:cs typeface="+mn-cs"/>
      </a:defRPr>
    </a:lvl8pPr>
    <a:lvl9pPr marL="3206618" algn="l" defTabSz="801654" rtl="0" eaLnBrk="1" latinLnBrk="0" hangingPunct="1">
      <a:defRPr sz="105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8016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r-DZ" dirty="0"/>
              <a:t>جميع الحقوق محفوظة لموقع </a:t>
            </a:r>
            <a:r>
              <a:rPr lang="fr-FR" dirty="0"/>
              <a:t> www.bestfreecv.com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016160-EAAB-42DA-81FB-BDD86292C248}" type="slidenum">
              <a:rPr lang="ar-MA" smtClean="0"/>
              <a:t>1</a:t>
            </a:fld>
            <a:endParaRPr lang="ar-MA"/>
          </a:p>
        </p:txBody>
      </p:sp>
    </p:spTree>
    <p:extLst>
      <p:ext uri="{BB962C8B-B14F-4D97-AF65-F5344CB8AC3E}">
        <p14:creationId xmlns:p14="http://schemas.microsoft.com/office/powerpoint/2010/main" val="14760440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14351" y="3077283"/>
            <a:ext cx="5829300" cy="2123369"/>
          </a:xfrm>
        </p:spPr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028701" y="5613401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911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822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1734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5645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9556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346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7379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1290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t>14/04/2022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29F0-9E9D-5843-8AC4-BFFFF05F267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36680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t>14/04/2022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29F0-9E9D-5843-8AC4-BFFFF05F267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44734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41735" y="6365524"/>
            <a:ext cx="5829300" cy="1967442"/>
          </a:xfrm>
        </p:spPr>
        <p:txBody>
          <a:bodyPr anchor="t"/>
          <a:lstStyle>
            <a:lvl1pPr algn="l">
              <a:defRPr sz="3422" b="1" cap="all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41735" y="4198586"/>
            <a:ext cx="5829300" cy="2166938"/>
          </a:xfrm>
        </p:spPr>
        <p:txBody>
          <a:bodyPr anchor="b"/>
          <a:lstStyle>
            <a:lvl1pPr marL="0" indent="0">
              <a:buNone/>
              <a:defRPr sz="1711">
                <a:solidFill>
                  <a:schemeClr val="tx1">
                    <a:tint val="75000"/>
                  </a:schemeClr>
                </a:solidFill>
              </a:defRPr>
            </a:lvl1pPr>
            <a:lvl2pPr marL="391135" indent="0">
              <a:buNone/>
              <a:defRPr sz="1540">
                <a:solidFill>
                  <a:schemeClr val="tx1">
                    <a:tint val="75000"/>
                  </a:schemeClr>
                </a:solidFill>
              </a:defRPr>
            </a:lvl2pPr>
            <a:lvl3pPr marL="782269" indent="0">
              <a:buNone/>
              <a:defRPr sz="1369">
                <a:solidFill>
                  <a:schemeClr val="tx1">
                    <a:tint val="75000"/>
                  </a:schemeClr>
                </a:solidFill>
              </a:defRPr>
            </a:lvl3pPr>
            <a:lvl4pPr marL="1173404" indent="0">
              <a:buNone/>
              <a:defRPr sz="1198">
                <a:solidFill>
                  <a:schemeClr val="tx1">
                    <a:tint val="75000"/>
                  </a:schemeClr>
                </a:solidFill>
              </a:defRPr>
            </a:lvl4pPr>
            <a:lvl5pPr marL="1564538" indent="0">
              <a:buNone/>
              <a:defRPr sz="1198">
                <a:solidFill>
                  <a:schemeClr val="tx1">
                    <a:tint val="75000"/>
                  </a:schemeClr>
                </a:solidFill>
              </a:defRPr>
            </a:lvl5pPr>
            <a:lvl6pPr marL="1955673" indent="0">
              <a:buNone/>
              <a:defRPr sz="1198">
                <a:solidFill>
                  <a:schemeClr val="tx1">
                    <a:tint val="75000"/>
                  </a:schemeClr>
                </a:solidFill>
              </a:defRPr>
            </a:lvl6pPr>
            <a:lvl7pPr marL="2346808" indent="0">
              <a:buNone/>
              <a:defRPr sz="1198">
                <a:solidFill>
                  <a:schemeClr val="tx1">
                    <a:tint val="75000"/>
                  </a:schemeClr>
                </a:solidFill>
              </a:defRPr>
            </a:lvl7pPr>
            <a:lvl8pPr marL="2737942" indent="0">
              <a:buNone/>
              <a:defRPr sz="1198">
                <a:solidFill>
                  <a:schemeClr val="tx1">
                    <a:tint val="75000"/>
                  </a:schemeClr>
                </a:solidFill>
              </a:defRPr>
            </a:lvl8pPr>
            <a:lvl9pPr marL="3129077" indent="0">
              <a:buNone/>
              <a:defRPr sz="119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t>14/04/2022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29F0-9E9D-5843-8AC4-BFFFF05F267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309930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283369" y="3602391"/>
            <a:ext cx="2495550" cy="10190338"/>
          </a:xfrm>
        </p:spPr>
        <p:txBody>
          <a:bodyPr/>
          <a:lstStyle>
            <a:lvl1pPr>
              <a:defRPr sz="2395"/>
            </a:lvl1pPr>
            <a:lvl2pPr>
              <a:defRPr sz="2053"/>
            </a:lvl2pPr>
            <a:lvl3pPr>
              <a:defRPr sz="1711"/>
            </a:lvl3pPr>
            <a:lvl4pPr>
              <a:defRPr sz="1540"/>
            </a:lvl4pPr>
            <a:lvl5pPr>
              <a:defRPr sz="1540"/>
            </a:lvl5pPr>
            <a:lvl6pPr>
              <a:defRPr sz="1540"/>
            </a:lvl6pPr>
            <a:lvl7pPr>
              <a:defRPr sz="1540"/>
            </a:lvl7pPr>
            <a:lvl8pPr>
              <a:defRPr sz="1540"/>
            </a:lvl8pPr>
            <a:lvl9pPr>
              <a:defRPr sz="154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2893219" y="3602391"/>
            <a:ext cx="2495550" cy="10190338"/>
          </a:xfrm>
        </p:spPr>
        <p:txBody>
          <a:bodyPr/>
          <a:lstStyle>
            <a:lvl1pPr>
              <a:defRPr sz="2395"/>
            </a:lvl1pPr>
            <a:lvl2pPr>
              <a:defRPr sz="2053"/>
            </a:lvl2pPr>
            <a:lvl3pPr>
              <a:defRPr sz="1711"/>
            </a:lvl3pPr>
            <a:lvl4pPr>
              <a:defRPr sz="1540"/>
            </a:lvl4pPr>
            <a:lvl5pPr>
              <a:defRPr sz="1540"/>
            </a:lvl5pPr>
            <a:lvl6pPr>
              <a:defRPr sz="1540"/>
            </a:lvl6pPr>
            <a:lvl7pPr>
              <a:defRPr sz="1540"/>
            </a:lvl7pPr>
            <a:lvl8pPr>
              <a:defRPr sz="1540"/>
            </a:lvl8pPr>
            <a:lvl9pPr>
              <a:defRPr sz="154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t>14/04/2022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29F0-9E9D-5843-8AC4-BFFFF05F267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7692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42901" y="396699"/>
            <a:ext cx="6172200" cy="1651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42900" y="2217386"/>
            <a:ext cx="3030141" cy="924101"/>
          </a:xfrm>
        </p:spPr>
        <p:txBody>
          <a:bodyPr anchor="b"/>
          <a:lstStyle>
            <a:lvl1pPr marL="0" indent="0">
              <a:buNone/>
              <a:defRPr sz="2053" b="1"/>
            </a:lvl1pPr>
            <a:lvl2pPr marL="391135" indent="0">
              <a:buNone/>
              <a:defRPr sz="1711" b="1"/>
            </a:lvl2pPr>
            <a:lvl3pPr marL="782269" indent="0">
              <a:buNone/>
              <a:defRPr sz="1540" b="1"/>
            </a:lvl3pPr>
            <a:lvl4pPr marL="1173404" indent="0">
              <a:buNone/>
              <a:defRPr sz="1369" b="1"/>
            </a:lvl4pPr>
            <a:lvl5pPr marL="1564538" indent="0">
              <a:buNone/>
              <a:defRPr sz="1369" b="1"/>
            </a:lvl5pPr>
            <a:lvl6pPr marL="1955673" indent="0">
              <a:buNone/>
              <a:defRPr sz="1369" b="1"/>
            </a:lvl6pPr>
            <a:lvl7pPr marL="2346808" indent="0">
              <a:buNone/>
              <a:defRPr sz="1369" b="1"/>
            </a:lvl7pPr>
            <a:lvl8pPr marL="2737942" indent="0">
              <a:buNone/>
              <a:defRPr sz="1369" b="1"/>
            </a:lvl8pPr>
            <a:lvl9pPr marL="3129077" indent="0">
              <a:buNone/>
              <a:defRPr sz="1369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42900" y="3141487"/>
            <a:ext cx="3030141" cy="5707416"/>
          </a:xfrm>
        </p:spPr>
        <p:txBody>
          <a:bodyPr/>
          <a:lstStyle>
            <a:lvl1pPr>
              <a:defRPr sz="2053"/>
            </a:lvl1pPr>
            <a:lvl2pPr>
              <a:defRPr sz="1711"/>
            </a:lvl2pPr>
            <a:lvl3pPr>
              <a:defRPr sz="1540"/>
            </a:lvl3pPr>
            <a:lvl4pPr>
              <a:defRPr sz="1369"/>
            </a:lvl4pPr>
            <a:lvl5pPr>
              <a:defRPr sz="1369"/>
            </a:lvl5pPr>
            <a:lvl6pPr>
              <a:defRPr sz="1369"/>
            </a:lvl6pPr>
            <a:lvl7pPr>
              <a:defRPr sz="1369"/>
            </a:lvl7pPr>
            <a:lvl8pPr>
              <a:defRPr sz="1369"/>
            </a:lvl8pPr>
            <a:lvl9pPr>
              <a:defRPr sz="1369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3483771" y="2217386"/>
            <a:ext cx="3031331" cy="924101"/>
          </a:xfrm>
        </p:spPr>
        <p:txBody>
          <a:bodyPr anchor="b"/>
          <a:lstStyle>
            <a:lvl1pPr marL="0" indent="0">
              <a:buNone/>
              <a:defRPr sz="2053" b="1"/>
            </a:lvl1pPr>
            <a:lvl2pPr marL="391135" indent="0">
              <a:buNone/>
              <a:defRPr sz="1711" b="1"/>
            </a:lvl2pPr>
            <a:lvl3pPr marL="782269" indent="0">
              <a:buNone/>
              <a:defRPr sz="1540" b="1"/>
            </a:lvl3pPr>
            <a:lvl4pPr marL="1173404" indent="0">
              <a:buNone/>
              <a:defRPr sz="1369" b="1"/>
            </a:lvl4pPr>
            <a:lvl5pPr marL="1564538" indent="0">
              <a:buNone/>
              <a:defRPr sz="1369" b="1"/>
            </a:lvl5pPr>
            <a:lvl6pPr marL="1955673" indent="0">
              <a:buNone/>
              <a:defRPr sz="1369" b="1"/>
            </a:lvl6pPr>
            <a:lvl7pPr marL="2346808" indent="0">
              <a:buNone/>
              <a:defRPr sz="1369" b="1"/>
            </a:lvl7pPr>
            <a:lvl8pPr marL="2737942" indent="0">
              <a:buNone/>
              <a:defRPr sz="1369" b="1"/>
            </a:lvl8pPr>
            <a:lvl9pPr marL="3129077" indent="0">
              <a:buNone/>
              <a:defRPr sz="1369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3483771" y="3141487"/>
            <a:ext cx="3031331" cy="5707416"/>
          </a:xfrm>
        </p:spPr>
        <p:txBody>
          <a:bodyPr/>
          <a:lstStyle>
            <a:lvl1pPr>
              <a:defRPr sz="2053"/>
            </a:lvl1pPr>
            <a:lvl2pPr>
              <a:defRPr sz="1711"/>
            </a:lvl2pPr>
            <a:lvl3pPr>
              <a:defRPr sz="1540"/>
            </a:lvl3pPr>
            <a:lvl4pPr>
              <a:defRPr sz="1369"/>
            </a:lvl4pPr>
            <a:lvl5pPr>
              <a:defRPr sz="1369"/>
            </a:lvl5pPr>
            <a:lvl6pPr>
              <a:defRPr sz="1369"/>
            </a:lvl6pPr>
            <a:lvl7pPr>
              <a:defRPr sz="1369"/>
            </a:lvl7pPr>
            <a:lvl8pPr>
              <a:defRPr sz="1369"/>
            </a:lvl8pPr>
            <a:lvl9pPr>
              <a:defRPr sz="1369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t>14/04/2022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29F0-9E9D-5843-8AC4-BFFFF05F267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01791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t>14/04/2022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29F0-9E9D-5843-8AC4-BFFFF05F267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383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t>14/04/2022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29F0-9E9D-5843-8AC4-BFFFF05F267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37158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42902" y="394405"/>
            <a:ext cx="2256235" cy="1678517"/>
          </a:xfrm>
        </p:spPr>
        <p:txBody>
          <a:bodyPr anchor="b"/>
          <a:lstStyle>
            <a:lvl1pPr algn="l">
              <a:defRPr sz="1711" b="1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681288" y="394407"/>
            <a:ext cx="3833812" cy="8454496"/>
          </a:xfrm>
        </p:spPr>
        <p:txBody>
          <a:bodyPr/>
          <a:lstStyle>
            <a:lvl1pPr>
              <a:defRPr sz="2738"/>
            </a:lvl1pPr>
            <a:lvl2pPr>
              <a:defRPr sz="2395"/>
            </a:lvl2pPr>
            <a:lvl3pPr>
              <a:defRPr sz="2053"/>
            </a:lvl3pPr>
            <a:lvl4pPr>
              <a:defRPr sz="1711"/>
            </a:lvl4pPr>
            <a:lvl5pPr>
              <a:defRPr sz="1711"/>
            </a:lvl5pPr>
            <a:lvl6pPr>
              <a:defRPr sz="1711"/>
            </a:lvl6pPr>
            <a:lvl7pPr>
              <a:defRPr sz="1711"/>
            </a:lvl7pPr>
            <a:lvl8pPr>
              <a:defRPr sz="1711"/>
            </a:lvl8pPr>
            <a:lvl9pPr>
              <a:defRPr sz="1711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342902" y="2072923"/>
            <a:ext cx="2256235" cy="6775980"/>
          </a:xfrm>
        </p:spPr>
        <p:txBody>
          <a:bodyPr/>
          <a:lstStyle>
            <a:lvl1pPr marL="0" indent="0">
              <a:buNone/>
              <a:defRPr sz="1198"/>
            </a:lvl1pPr>
            <a:lvl2pPr marL="391135" indent="0">
              <a:buNone/>
              <a:defRPr sz="1027"/>
            </a:lvl2pPr>
            <a:lvl3pPr marL="782269" indent="0">
              <a:buNone/>
              <a:defRPr sz="856"/>
            </a:lvl3pPr>
            <a:lvl4pPr marL="1173404" indent="0">
              <a:buNone/>
              <a:defRPr sz="770"/>
            </a:lvl4pPr>
            <a:lvl5pPr marL="1564538" indent="0">
              <a:buNone/>
              <a:defRPr sz="770"/>
            </a:lvl5pPr>
            <a:lvl6pPr marL="1955673" indent="0">
              <a:buNone/>
              <a:defRPr sz="770"/>
            </a:lvl6pPr>
            <a:lvl7pPr marL="2346808" indent="0">
              <a:buNone/>
              <a:defRPr sz="770"/>
            </a:lvl7pPr>
            <a:lvl8pPr marL="2737942" indent="0">
              <a:buNone/>
              <a:defRPr sz="770"/>
            </a:lvl8pPr>
            <a:lvl9pPr marL="3129077" indent="0">
              <a:buNone/>
              <a:defRPr sz="77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t>14/04/2022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29F0-9E9D-5843-8AC4-BFFFF05F267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4443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44216" y="6934201"/>
            <a:ext cx="4114800" cy="818622"/>
          </a:xfrm>
        </p:spPr>
        <p:txBody>
          <a:bodyPr anchor="b"/>
          <a:lstStyle>
            <a:lvl1pPr algn="l">
              <a:defRPr sz="1711" b="1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pour une image  2"/>
          <p:cNvSpPr>
            <a:spLocks noGrp="1"/>
          </p:cNvSpPr>
          <p:nvPr>
            <p:ph type="pic" idx="1"/>
          </p:nvPr>
        </p:nvSpPr>
        <p:spPr>
          <a:xfrm>
            <a:off x="1344216" y="885119"/>
            <a:ext cx="4114800" cy="5943600"/>
          </a:xfrm>
        </p:spPr>
        <p:txBody>
          <a:bodyPr/>
          <a:lstStyle>
            <a:lvl1pPr marL="0" indent="0">
              <a:buNone/>
              <a:defRPr sz="2738"/>
            </a:lvl1pPr>
            <a:lvl2pPr marL="391135" indent="0">
              <a:buNone/>
              <a:defRPr sz="2395"/>
            </a:lvl2pPr>
            <a:lvl3pPr marL="782269" indent="0">
              <a:buNone/>
              <a:defRPr sz="2053"/>
            </a:lvl3pPr>
            <a:lvl4pPr marL="1173404" indent="0">
              <a:buNone/>
              <a:defRPr sz="1711"/>
            </a:lvl4pPr>
            <a:lvl5pPr marL="1564538" indent="0">
              <a:buNone/>
              <a:defRPr sz="1711"/>
            </a:lvl5pPr>
            <a:lvl6pPr marL="1955673" indent="0">
              <a:buNone/>
              <a:defRPr sz="1711"/>
            </a:lvl6pPr>
            <a:lvl7pPr marL="2346808" indent="0">
              <a:buNone/>
              <a:defRPr sz="1711"/>
            </a:lvl7pPr>
            <a:lvl8pPr marL="2737942" indent="0">
              <a:buNone/>
              <a:defRPr sz="1711"/>
            </a:lvl8pPr>
            <a:lvl9pPr marL="3129077" indent="0">
              <a:buNone/>
              <a:defRPr sz="1711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344216" y="7752821"/>
            <a:ext cx="4114800" cy="1162579"/>
          </a:xfrm>
        </p:spPr>
        <p:txBody>
          <a:bodyPr/>
          <a:lstStyle>
            <a:lvl1pPr marL="0" indent="0">
              <a:buNone/>
              <a:defRPr sz="1198"/>
            </a:lvl1pPr>
            <a:lvl2pPr marL="391135" indent="0">
              <a:buNone/>
              <a:defRPr sz="1027"/>
            </a:lvl2pPr>
            <a:lvl3pPr marL="782269" indent="0">
              <a:buNone/>
              <a:defRPr sz="856"/>
            </a:lvl3pPr>
            <a:lvl4pPr marL="1173404" indent="0">
              <a:buNone/>
              <a:defRPr sz="770"/>
            </a:lvl4pPr>
            <a:lvl5pPr marL="1564538" indent="0">
              <a:buNone/>
              <a:defRPr sz="770"/>
            </a:lvl5pPr>
            <a:lvl6pPr marL="1955673" indent="0">
              <a:buNone/>
              <a:defRPr sz="770"/>
            </a:lvl6pPr>
            <a:lvl7pPr marL="2346808" indent="0">
              <a:buNone/>
              <a:defRPr sz="770"/>
            </a:lvl7pPr>
            <a:lvl8pPr marL="2737942" indent="0">
              <a:buNone/>
              <a:defRPr sz="770"/>
            </a:lvl8pPr>
            <a:lvl9pPr marL="3129077" indent="0">
              <a:buNone/>
              <a:defRPr sz="77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t>14/04/2022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29F0-9E9D-5843-8AC4-BFFFF05F267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693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t>14/04/2022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29F0-9E9D-5843-8AC4-BFFFF05F267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070213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4112419" y="619126"/>
            <a:ext cx="1276350" cy="13173605"/>
          </a:xfrm>
        </p:spPr>
        <p:txBody>
          <a:bodyPr vert="eaVert"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283369" y="619126"/>
            <a:ext cx="3714750" cy="1317360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6A27C-E2F9-C140-AA96-063441F5E1DC}" type="datetimeFigureOut">
              <a:rPr lang="fr-FR" smtClean="0"/>
              <a:t>14/04/2022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29F0-9E9D-5843-8AC4-BFFFF05F267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6750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342901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42901" y="2311402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342901" y="9181397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F6A27C-E2F9-C140-AA96-063441F5E1DC}" type="datetimeFigureOut">
              <a:rPr lang="fr-FR" smtClean="0"/>
              <a:t>14/04/2022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2343151" y="9181397"/>
            <a:ext cx="21717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4914901" y="9181397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C829F0-9E9D-5843-8AC4-BFFFF05F267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75495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91135" rtl="0" eaLnBrk="1" latinLnBrk="0" hangingPunct="1">
        <a:spcBef>
          <a:spcPct val="0"/>
        </a:spcBef>
        <a:buNone/>
        <a:defRPr sz="376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3351" indent="-293351" algn="l" defTabSz="391135" rtl="0" eaLnBrk="1" latinLnBrk="0" hangingPunct="1">
        <a:spcBef>
          <a:spcPct val="20000"/>
        </a:spcBef>
        <a:buFont typeface="Arial"/>
        <a:buChar char="•"/>
        <a:defRPr sz="2738" kern="1200">
          <a:solidFill>
            <a:schemeClr val="tx1"/>
          </a:solidFill>
          <a:latin typeface="+mn-lt"/>
          <a:ea typeface="+mn-ea"/>
          <a:cs typeface="+mn-cs"/>
        </a:defRPr>
      </a:lvl1pPr>
      <a:lvl2pPr marL="635594" indent="-244459" algn="l" defTabSz="391135" rtl="0" eaLnBrk="1" latinLnBrk="0" hangingPunct="1">
        <a:spcBef>
          <a:spcPct val="20000"/>
        </a:spcBef>
        <a:buFont typeface="Arial"/>
        <a:buChar char="–"/>
        <a:defRPr sz="2395" kern="1200">
          <a:solidFill>
            <a:schemeClr val="tx1"/>
          </a:solidFill>
          <a:latin typeface="+mn-lt"/>
          <a:ea typeface="+mn-ea"/>
          <a:cs typeface="+mn-cs"/>
        </a:defRPr>
      </a:lvl2pPr>
      <a:lvl3pPr marL="977837" indent="-195567" algn="l" defTabSz="391135" rtl="0" eaLnBrk="1" latinLnBrk="0" hangingPunct="1">
        <a:spcBef>
          <a:spcPct val="20000"/>
        </a:spcBef>
        <a:buFont typeface="Arial"/>
        <a:buChar char="•"/>
        <a:defRPr sz="2053" kern="1200">
          <a:solidFill>
            <a:schemeClr val="tx1"/>
          </a:solidFill>
          <a:latin typeface="+mn-lt"/>
          <a:ea typeface="+mn-ea"/>
          <a:cs typeface="+mn-cs"/>
        </a:defRPr>
      </a:lvl3pPr>
      <a:lvl4pPr marL="1368971" indent="-195567" algn="l" defTabSz="391135" rtl="0" eaLnBrk="1" latinLnBrk="0" hangingPunct="1">
        <a:spcBef>
          <a:spcPct val="20000"/>
        </a:spcBef>
        <a:buFont typeface="Arial"/>
        <a:buChar char="–"/>
        <a:defRPr sz="1711" kern="1200">
          <a:solidFill>
            <a:schemeClr val="tx1"/>
          </a:solidFill>
          <a:latin typeface="+mn-lt"/>
          <a:ea typeface="+mn-ea"/>
          <a:cs typeface="+mn-cs"/>
        </a:defRPr>
      </a:lvl4pPr>
      <a:lvl5pPr marL="1760106" indent="-195567" algn="l" defTabSz="391135" rtl="0" eaLnBrk="1" latinLnBrk="0" hangingPunct="1">
        <a:spcBef>
          <a:spcPct val="20000"/>
        </a:spcBef>
        <a:buFont typeface="Arial"/>
        <a:buChar char="»"/>
        <a:defRPr sz="1711" kern="1200">
          <a:solidFill>
            <a:schemeClr val="tx1"/>
          </a:solidFill>
          <a:latin typeface="+mn-lt"/>
          <a:ea typeface="+mn-ea"/>
          <a:cs typeface="+mn-cs"/>
        </a:defRPr>
      </a:lvl5pPr>
      <a:lvl6pPr marL="2151240" indent="-195567" algn="l" defTabSz="391135" rtl="0" eaLnBrk="1" latinLnBrk="0" hangingPunct="1">
        <a:spcBef>
          <a:spcPct val="20000"/>
        </a:spcBef>
        <a:buFont typeface="Arial"/>
        <a:buChar char="•"/>
        <a:defRPr sz="1711" kern="1200">
          <a:solidFill>
            <a:schemeClr val="tx1"/>
          </a:solidFill>
          <a:latin typeface="+mn-lt"/>
          <a:ea typeface="+mn-ea"/>
          <a:cs typeface="+mn-cs"/>
        </a:defRPr>
      </a:lvl6pPr>
      <a:lvl7pPr marL="2542375" indent="-195567" algn="l" defTabSz="391135" rtl="0" eaLnBrk="1" latinLnBrk="0" hangingPunct="1">
        <a:spcBef>
          <a:spcPct val="20000"/>
        </a:spcBef>
        <a:buFont typeface="Arial"/>
        <a:buChar char="•"/>
        <a:defRPr sz="1711" kern="1200">
          <a:solidFill>
            <a:schemeClr val="tx1"/>
          </a:solidFill>
          <a:latin typeface="+mn-lt"/>
          <a:ea typeface="+mn-ea"/>
          <a:cs typeface="+mn-cs"/>
        </a:defRPr>
      </a:lvl7pPr>
      <a:lvl8pPr marL="2933510" indent="-195567" algn="l" defTabSz="391135" rtl="0" eaLnBrk="1" latinLnBrk="0" hangingPunct="1">
        <a:spcBef>
          <a:spcPct val="20000"/>
        </a:spcBef>
        <a:buFont typeface="Arial"/>
        <a:buChar char="•"/>
        <a:defRPr sz="1711" kern="1200">
          <a:solidFill>
            <a:schemeClr val="tx1"/>
          </a:solidFill>
          <a:latin typeface="+mn-lt"/>
          <a:ea typeface="+mn-ea"/>
          <a:cs typeface="+mn-cs"/>
        </a:defRPr>
      </a:lvl8pPr>
      <a:lvl9pPr marL="3324644" indent="-195567" algn="l" defTabSz="391135" rtl="0" eaLnBrk="1" latinLnBrk="0" hangingPunct="1">
        <a:spcBef>
          <a:spcPct val="20000"/>
        </a:spcBef>
        <a:buFont typeface="Arial"/>
        <a:buChar char="•"/>
        <a:defRPr sz="171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391135" rtl="0" eaLnBrk="1" latinLnBrk="0" hangingPunct="1">
        <a:defRPr sz="1540" kern="1200">
          <a:solidFill>
            <a:schemeClr val="tx1"/>
          </a:solidFill>
          <a:latin typeface="+mn-lt"/>
          <a:ea typeface="+mn-ea"/>
          <a:cs typeface="+mn-cs"/>
        </a:defRPr>
      </a:lvl1pPr>
      <a:lvl2pPr marL="391135" algn="l" defTabSz="391135" rtl="0" eaLnBrk="1" latinLnBrk="0" hangingPunct="1">
        <a:defRPr sz="1540" kern="1200">
          <a:solidFill>
            <a:schemeClr val="tx1"/>
          </a:solidFill>
          <a:latin typeface="+mn-lt"/>
          <a:ea typeface="+mn-ea"/>
          <a:cs typeface="+mn-cs"/>
        </a:defRPr>
      </a:lvl2pPr>
      <a:lvl3pPr marL="782269" algn="l" defTabSz="391135" rtl="0" eaLnBrk="1" latinLnBrk="0" hangingPunct="1">
        <a:defRPr sz="1540" kern="1200">
          <a:solidFill>
            <a:schemeClr val="tx1"/>
          </a:solidFill>
          <a:latin typeface="+mn-lt"/>
          <a:ea typeface="+mn-ea"/>
          <a:cs typeface="+mn-cs"/>
        </a:defRPr>
      </a:lvl3pPr>
      <a:lvl4pPr marL="1173404" algn="l" defTabSz="391135" rtl="0" eaLnBrk="1" latinLnBrk="0" hangingPunct="1">
        <a:defRPr sz="1540" kern="1200">
          <a:solidFill>
            <a:schemeClr val="tx1"/>
          </a:solidFill>
          <a:latin typeface="+mn-lt"/>
          <a:ea typeface="+mn-ea"/>
          <a:cs typeface="+mn-cs"/>
        </a:defRPr>
      </a:lvl4pPr>
      <a:lvl5pPr marL="1564538" algn="l" defTabSz="391135" rtl="0" eaLnBrk="1" latinLnBrk="0" hangingPunct="1">
        <a:defRPr sz="1540" kern="1200">
          <a:solidFill>
            <a:schemeClr val="tx1"/>
          </a:solidFill>
          <a:latin typeface="+mn-lt"/>
          <a:ea typeface="+mn-ea"/>
          <a:cs typeface="+mn-cs"/>
        </a:defRPr>
      </a:lvl5pPr>
      <a:lvl6pPr marL="1955673" algn="l" defTabSz="391135" rtl="0" eaLnBrk="1" latinLnBrk="0" hangingPunct="1">
        <a:defRPr sz="1540" kern="1200">
          <a:solidFill>
            <a:schemeClr val="tx1"/>
          </a:solidFill>
          <a:latin typeface="+mn-lt"/>
          <a:ea typeface="+mn-ea"/>
          <a:cs typeface="+mn-cs"/>
        </a:defRPr>
      </a:lvl6pPr>
      <a:lvl7pPr marL="2346808" algn="l" defTabSz="391135" rtl="0" eaLnBrk="1" latinLnBrk="0" hangingPunct="1">
        <a:defRPr sz="1540" kern="1200">
          <a:solidFill>
            <a:schemeClr val="tx1"/>
          </a:solidFill>
          <a:latin typeface="+mn-lt"/>
          <a:ea typeface="+mn-ea"/>
          <a:cs typeface="+mn-cs"/>
        </a:defRPr>
      </a:lvl7pPr>
      <a:lvl8pPr marL="2737942" algn="l" defTabSz="391135" rtl="0" eaLnBrk="1" latinLnBrk="0" hangingPunct="1">
        <a:defRPr sz="1540" kern="1200">
          <a:solidFill>
            <a:schemeClr val="tx1"/>
          </a:solidFill>
          <a:latin typeface="+mn-lt"/>
          <a:ea typeface="+mn-ea"/>
          <a:cs typeface="+mn-cs"/>
        </a:defRPr>
      </a:lvl8pPr>
      <a:lvl9pPr marL="3129077" algn="l" defTabSz="391135" rtl="0" eaLnBrk="1" latinLnBrk="0" hangingPunct="1">
        <a:defRPr sz="15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Group 65">
            <a:extLst>
              <a:ext uri="{FF2B5EF4-FFF2-40B4-BE49-F238E27FC236}">
                <a16:creationId xmlns:a16="http://schemas.microsoft.com/office/drawing/2014/main" id="{D84BD015-F5D6-4665-98F7-6A1319500687}"/>
              </a:ext>
            </a:extLst>
          </p:cNvPr>
          <p:cNvGrpSpPr/>
          <p:nvPr/>
        </p:nvGrpSpPr>
        <p:grpSpPr>
          <a:xfrm flipH="1">
            <a:off x="2371028" y="7515034"/>
            <a:ext cx="3953572" cy="375286"/>
            <a:chOff x="0" y="0"/>
            <a:chExt cx="3478897" cy="375287"/>
          </a:xfrm>
        </p:grpSpPr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0110518A-82B8-4E87-9015-A6A4BA0BC354}"/>
                </a:ext>
              </a:extLst>
            </p:cNvPr>
            <p:cNvSpPr/>
            <p:nvPr/>
          </p:nvSpPr>
          <p:spPr>
            <a:xfrm>
              <a:off x="0" y="0"/>
              <a:ext cx="3316767" cy="375286"/>
            </a:xfrm>
            <a:custGeom>
              <a:avLst/>
              <a:gdLst>
                <a:gd name="connsiteX0" fmla="*/ 809223 w 3241705"/>
                <a:gd name="connsiteY0" fmla="*/ 0 h 375286"/>
                <a:gd name="connsiteX1" fmla="*/ 3241705 w 3241705"/>
                <a:gd name="connsiteY1" fmla="*/ 5010 h 375286"/>
                <a:gd name="connsiteX2" fmla="*/ 3241705 w 3241705"/>
                <a:gd name="connsiteY2" fmla="*/ 375285 h 375286"/>
                <a:gd name="connsiteX3" fmla="*/ 1305420 w 3241705"/>
                <a:gd name="connsiteY3" fmla="*/ 375285 h 375286"/>
                <a:gd name="connsiteX4" fmla="*/ 1305419 w 3241705"/>
                <a:gd name="connsiteY4" fmla="*/ 375286 h 375286"/>
                <a:gd name="connsiteX5" fmla="*/ 0 w 3241705"/>
                <a:gd name="connsiteY5" fmla="*/ 375286 h 375286"/>
                <a:gd name="connsiteX6" fmla="*/ 133254 w 3241705"/>
                <a:gd name="connsiteY6" fmla="*/ 223466 h 375286"/>
                <a:gd name="connsiteX7" fmla="*/ 652709 w 3241705"/>
                <a:gd name="connsiteY7" fmla="*/ 1 h 375286"/>
                <a:gd name="connsiteX8" fmla="*/ 790922 w 3241705"/>
                <a:gd name="connsiteY8" fmla="*/ 6155 h 375286"/>
                <a:gd name="connsiteX9" fmla="*/ 797277 w 3241705"/>
                <a:gd name="connsiteY9" fmla="*/ 7026 h 375286"/>
                <a:gd name="connsiteX0" fmla="*/ 884285 w 3316767"/>
                <a:gd name="connsiteY0" fmla="*/ 0 h 375286"/>
                <a:gd name="connsiteX1" fmla="*/ 3316767 w 3316767"/>
                <a:gd name="connsiteY1" fmla="*/ 5010 h 375286"/>
                <a:gd name="connsiteX2" fmla="*/ 3316767 w 3316767"/>
                <a:gd name="connsiteY2" fmla="*/ 375285 h 375286"/>
                <a:gd name="connsiteX3" fmla="*/ 1380482 w 3316767"/>
                <a:gd name="connsiteY3" fmla="*/ 375285 h 375286"/>
                <a:gd name="connsiteX4" fmla="*/ 1380481 w 3316767"/>
                <a:gd name="connsiteY4" fmla="*/ 375286 h 375286"/>
                <a:gd name="connsiteX5" fmla="*/ 0 w 3316767"/>
                <a:gd name="connsiteY5" fmla="*/ 375286 h 375286"/>
                <a:gd name="connsiteX6" fmla="*/ 208316 w 3316767"/>
                <a:gd name="connsiteY6" fmla="*/ 223466 h 375286"/>
                <a:gd name="connsiteX7" fmla="*/ 727771 w 3316767"/>
                <a:gd name="connsiteY7" fmla="*/ 1 h 375286"/>
                <a:gd name="connsiteX8" fmla="*/ 865984 w 3316767"/>
                <a:gd name="connsiteY8" fmla="*/ 6155 h 375286"/>
                <a:gd name="connsiteX9" fmla="*/ 872339 w 3316767"/>
                <a:gd name="connsiteY9" fmla="*/ 7026 h 375286"/>
                <a:gd name="connsiteX10" fmla="*/ 884285 w 3316767"/>
                <a:gd name="connsiteY10" fmla="*/ 0 h 375286"/>
                <a:gd name="connsiteX0" fmla="*/ 884285 w 3316767"/>
                <a:gd name="connsiteY0" fmla="*/ 0 h 375286"/>
                <a:gd name="connsiteX1" fmla="*/ 3316767 w 3316767"/>
                <a:gd name="connsiteY1" fmla="*/ 5010 h 375286"/>
                <a:gd name="connsiteX2" fmla="*/ 3316767 w 3316767"/>
                <a:gd name="connsiteY2" fmla="*/ 375285 h 375286"/>
                <a:gd name="connsiteX3" fmla="*/ 1380482 w 3316767"/>
                <a:gd name="connsiteY3" fmla="*/ 375285 h 375286"/>
                <a:gd name="connsiteX4" fmla="*/ 1380481 w 3316767"/>
                <a:gd name="connsiteY4" fmla="*/ 375286 h 375286"/>
                <a:gd name="connsiteX5" fmla="*/ 0 w 3316767"/>
                <a:gd name="connsiteY5" fmla="*/ 375286 h 375286"/>
                <a:gd name="connsiteX6" fmla="*/ 163961 w 3316767"/>
                <a:gd name="connsiteY6" fmla="*/ 216642 h 375286"/>
                <a:gd name="connsiteX7" fmla="*/ 727771 w 3316767"/>
                <a:gd name="connsiteY7" fmla="*/ 1 h 375286"/>
                <a:gd name="connsiteX8" fmla="*/ 865984 w 3316767"/>
                <a:gd name="connsiteY8" fmla="*/ 6155 h 375286"/>
                <a:gd name="connsiteX9" fmla="*/ 872339 w 3316767"/>
                <a:gd name="connsiteY9" fmla="*/ 7026 h 375286"/>
                <a:gd name="connsiteX10" fmla="*/ 884285 w 3316767"/>
                <a:gd name="connsiteY10" fmla="*/ 0 h 375286"/>
                <a:gd name="connsiteX0" fmla="*/ 884285 w 3316767"/>
                <a:gd name="connsiteY0" fmla="*/ 0 h 375286"/>
                <a:gd name="connsiteX1" fmla="*/ 3316767 w 3316767"/>
                <a:gd name="connsiteY1" fmla="*/ 5010 h 375286"/>
                <a:gd name="connsiteX2" fmla="*/ 3316767 w 3316767"/>
                <a:gd name="connsiteY2" fmla="*/ 375285 h 375286"/>
                <a:gd name="connsiteX3" fmla="*/ 1380482 w 3316767"/>
                <a:gd name="connsiteY3" fmla="*/ 375285 h 375286"/>
                <a:gd name="connsiteX4" fmla="*/ 1380481 w 3316767"/>
                <a:gd name="connsiteY4" fmla="*/ 375286 h 375286"/>
                <a:gd name="connsiteX5" fmla="*/ 0 w 3316767"/>
                <a:gd name="connsiteY5" fmla="*/ 375286 h 375286"/>
                <a:gd name="connsiteX6" fmla="*/ 163961 w 3316767"/>
                <a:gd name="connsiteY6" fmla="*/ 216642 h 375286"/>
                <a:gd name="connsiteX7" fmla="*/ 727771 w 3316767"/>
                <a:gd name="connsiteY7" fmla="*/ 1 h 375286"/>
                <a:gd name="connsiteX8" fmla="*/ 865984 w 3316767"/>
                <a:gd name="connsiteY8" fmla="*/ 6155 h 375286"/>
                <a:gd name="connsiteX9" fmla="*/ 872339 w 3316767"/>
                <a:gd name="connsiteY9" fmla="*/ 7026 h 375286"/>
                <a:gd name="connsiteX10" fmla="*/ 884285 w 3316767"/>
                <a:gd name="connsiteY10" fmla="*/ 0 h 3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316767" h="375286">
                  <a:moveTo>
                    <a:pt x="884285" y="0"/>
                  </a:moveTo>
                  <a:lnTo>
                    <a:pt x="3316767" y="5010"/>
                  </a:lnTo>
                  <a:lnTo>
                    <a:pt x="3316767" y="375285"/>
                  </a:lnTo>
                  <a:lnTo>
                    <a:pt x="1380482" y="375285"/>
                  </a:lnTo>
                  <a:lnTo>
                    <a:pt x="1380481" y="375286"/>
                  </a:lnTo>
                  <a:lnTo>
                    <a:pt x="0" y="375286"/>
                  </a:lnTo>
                  <a:cubicBezTo>
                    <a:pt x="44418" y="324679"/>
                    <a:pt x="119543" y="267249"/>
                    <a:pt x="163961" y="216642"/>
                  </a:cubicBezTo>
                  <a:cubicBezTo>
                    <a:pt x="291955" y="114752"/>
                    <a:pt x="443704" y="1"/>
                    <a:pt x="727771" y="1"/>
                  </a:cubicBezTo>
                  <a:cubicBezTo>
                    <a:pt x="775116" y="1"/>
                    <a:pt x="821340" y="2120"/>
                    <a:pt x="865984" y="6155"/>
                  </a:cubicBezTo>
                  <a:lnTo>
                    <a:pt x="872339" y="7026"/>
                  </a:lnTo>
                  <a:lnTo>
                    <a:pt x="884285" y="0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B2F334D8-BFA7-4466-B2FE-D39B93D90191}"/>
                </a:ext>
              </a:extLst>
            </p:cNvPr>
            <p:cNvSpPr/>
            <p:nvPr/>
          </p:nvSpPr>
          <p:spPr>
            <a:xfrm>
              <a:off x="237192" y="0"/>
              <a:ext cx="3241705" cy="375287"/>
            </a:xfrm>
            <a:custGeom>
              <a:avLst/>
              <a:gdLst>
                <a:gd name="connsiteX0" fmla="*/ 809223 w 3241705"/>
                <a:gd name="connsiteY0" fmla="*/ 0 h 375286"/>
                <a:gd name="connsiteX1" fmla="*/ 3241705 w 3241705"/>
                <a:gd name="connsiteY1" fmla="*/ 5010 h 375286"/>
                <a:gd name="connsiteX2" fmla="*/ 3241705 w 3241705"/>
                <a:gd name="connsiteY2" fmla="*/ 375285 h 375286"/>
                <a:gd name="connsiteX3" fmla="*/ 1305420 w 3241705"/>
                <a:gd name="connsiteY3" fmla="*/ 375285 h 375286"/>
                <a:gd name="connsiteX4" fmla="*/ 1305419 w 3241705"/>
                <a:gd name="connsiteY4" fmla="*/ 375286 h 375286"/>
                <a:gd name="connsiteX5" fmla="*/ 0 w 3241705"/>
                <a:gd name="connsiteY5" fmla="*/ 375286 h 375286"/>
                <a:gd name="connsiteX6" fmla="*/ 133254 w 3241705"/>
                <a:gd name="connsiteY6" fmla="*/ 223466 h 375286"/>
                <a:gd name="connsiteX7" fmla="*/ 652709 w 3241705"/>
                <a:gd name="connsiteY7" fmla="*/ 1 h 375286"/>
                <a:gd name="connsiteX8" fmla="*/ 790922 w 3241705"/>
                <a:gd name="connsiteY8" fmla="*/ 6155 h 375286"/>
                <a:gd name="connsiteX9" fmla="*/ 797277 w 3241705"/>
                <a:gd name="connsiteY9" fmla="*/ 7026 h 3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241705" h="375286">
                  <a:moveTo>
                    <a:pt x="809223" y="0"/>
                  </a:moveTo>
                  <a:lnTo>
                    <a:pt x="3241705" y="5010"/>
                  </a:lnTo>
                  <a:lnTo>
                    <a:pt x="3241705" y="375285"/>
                  </a:lnTo>
                  <a:lnTo>
                    <a:pt x="1305420" y="375285"/>
                  </a:lnTo>
                  <a:lnTo>
                    <a:pt x="1305419" y="375286"/>
                  </a:lnTo>
                  <a:lnTo>
                    <a:pt x="0" y="375286"/>
                  </a:lnTo>
                  <a:lnTo>
                    <a:pt x="133254" y="223466"/>
                  </a:lnTo>
                  <a:cubicBezTo>
                    <a:pt x="237364" y="114752"/>
                    <a:pt x="368642" y="1"/>
                    <a:pt x="652709" y="1"/>
                  </a:cubicBezTo>
                  <a:cubicBezTo>
                    <a:pt x="700054" y="1"/>
                    <a:pt x="746278" y="2120"/>
                    <a:pt x="790922" y="6155"/>
                  </a:cubicBezTo>
                  <a:lnTo>
                    <a:pt x="797277" y="7026"/>
                  </a:lnTo>
                  <a:close/>
                </a:path>
              </a:pathLst>
            </a:custGeom>
            <a:solidFill>
              <a:srgbClr val="0845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 dirty="0"/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F198ACAD-BA21-4F86-A928-A0FFB122FABC}"/>
              </a:ext>
            </a:extLst>
          </p:cNvPr>
          <p:cNvGrpSpPr/>
          <p:nvPr/>
        </p:nvGrpSpPr>
        <p:grpSpPr>
          <a:xfrm flipH="1">
            <a:off x="2448259" y="1277301"/>
            <a:ext cx="3478530" cy="375285"/>
            <a:chOff x="0" y="0"/>
            <a:chExt cx="3478895" cy="375286"/>
          </a:xfrm>
        </p:grpSpPr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23FF48F9-1261-4242-AAA1-22BC691CF62E}"/>
                </a:ext>
              </a:extLst>
            </p:cNvPr>
            <p:cNvSpPr/>
            <p:nvPr/>
          </p:nvSpPr>
          <p:spPr>
            <a:xfrm>
              <a:off x="0" y="0"/>
              <a:ext cx="3316767" cy="375286"/>
            </a:xfrm>
            <a:custGeom>
              <a:avLst/>
              <a:gdLst>
                <a:gd name="connsiteX0" fmla="*/ 809223 w 3241705"/>
                <a:gd name="connsiteY0" fmla="*/ 0 h 375286"/>
                <a:gd name="connsiteX1" fmla="*/ 3241705 w 3241705"/>
                <a:gd name="connsiteY1" fmla="*/ 5010 h 375286"/>
                <a:gd name="connsiteX2" fmla="*/ 3241705 w 3241705"/>
                <a:gd name="connsiteY2" fmla="*/ 375285 h 375286"/>
                <a:gd name="connsiteX3" fmla="*/ 1305420 w 3241705"/>
                <a:gd name="connsiteY3" fmla="*/ 375285 h 375286"/>
                <a:gd name="connsiteX4" fmla="*/ 1305419 w 3241705"/>
                <a:gd name="connsiteY4" fmla="*/ 375286 h 375286"/>
                <a:gd name="connsiteX5" fmla="*/ 0 w 3241705"/>
                <a:gd name="connsiteY5" fmla="*/ 375286 h 375286"/>
                <a:gd name="connsiteX6" fmla="*/ 133254 w 3241705"/>
                <a:gd name="connsiteY6" fmla="*/ 223466 h 375286"/>
                <a:gd name="connsiteX7" fmla="*/ 652709 w 3241705"/>
                <a:gd name="connsiteY7" fmla="*/ 1 h 375286"/>
                <a:gd name="connsiteX8" fmla="*/ 790922 w 3241705"/>
                <a:gd name="connsiteY8" fmla="*/ 6155 h 375286"/>
                <a:gd name="connsiteX9" fmla="*/ 797277 w 3241705"/>
                <a:gd name="connsiteY9" fmla="*/ 7026 h 375286"/>
                <a:gd name="connsiteX0" fmla="*/ 884285 w 3316767"/>
                <a:gd name="connsiteY0" fmla="*/ 0 h 375286"/>
                <a:gd name="connsiteX1" fmla="*/ 3316767 w 3316767"/>
                <a:gd name="connsiteY1" fmla="*/ 5010 h 375286"/>
                <a:gd name="connsiteX2" fmla="*/ 3316767 w 3316767"/>
                <a:gd name="connsiteY2" fmla="*/ 375285 h 375286"/>
                <a:gd name="connsiteX3" fmla="*/ 1380482 w 3316767"/>
                <a:gd name="connsiteY3" fmla="*/ 375285 h 375286"/>
                <a:gd name="connsiteX4" fmla="*/ 1380481 w 3316767"/>
                <a:gd name="connsiteY4" fmla="*/ 375286 h 375286"/>
                <a:gd name="connsiteX5" fmla="*/ 0 w 3316767"/>
                <a:gd name="connsiteY5" fmla="*/ 375286 h 375286"/>
                <a:gd name="connsiteX6" fmla="*/ 208316 w 3316767"/>
                <a:gd name="connsiteY6" fmla="*/ 223466 h 375286"/>
                <a:gd name="connsiteX7" fmla="*/ 727771 w 3316767"/>
                <a:gd name="connsiteY7" fmla="*/ 1 h 375286"/>
                <a:gd name="connsiteX8" fmla="*/ 865984 w 3316767"/>
                <a:gd name="connsiteY8" fmla="*/ 6155 h 375286"/>
                <a:gd name="connsiteX9" fmla="*/ 872339 w 3316767"/>
                <a:gd name="connsiteY9" fmla="*/ 7026 h 375286"/>
                <a:gd name="connsiteX10" fmla="*/ 884285 w 3316767"/>
                <a:gd name="connsiteY10" fmla="*/ 0 h 375286"/>
                <a:gd name="connsiteX0" fmla="*/ 884285 w 3316767"/>
                <a:gd name="connsiteY0" fmla="*/ 0 h 375286"/>
                <a:gd name="connsiteX1" fmla="*/ 3316767 w 3316767"/>
                <a:gd name="connsiteY1" fmla="*/ 5010 h 375286"/>
                <a:gd name="connsiteX2" fmla="*/ 3316767 w 3316767"/>
                <a:gd name="connsiteY2" fmla="*/ 375285 h 375286"/>
                <a:gd name="connsiteX3" fmla="*/ 1380482 w 3316767"/>
                <a:gd name="connsiteY3" fmla="*/ 375285 h 375286"/>
                <a:gd name="connsiteX4" fmla="*/ 1380481 w 3316767"/>
                <a:gd name="connsiteY4" fmla="*/ 375286 h 375286"/>
                <a:gd name="connsiteX5" fmla="*/ 0 w 3316767"/>
                <a:gd name="connsiteY5" fmla="*/ 375286 h 375286"/>
                <a:gd name="connsiteX6" fmla="*/ 163961 w 3316767"/>
                <a:gd name="connsiteY6" fmla="*/ 216642 h 375286"/>
                <a:gd name="connsiteX7" fmla="*/ 727771 w 3316767"/>
                <a:gd name="connsiteY7" fmla="*/ 1 h 375286"/>
                <a:gd name="connsiteX8" fmla="*/ 865984 w 3316767"/>
                <a:gd name="connsiteY8" fmla="*/ 6155 h 375286"/>
                <a:gd name="connsiteX9" fmla="*/ 872339 w 3316767"/>
                <a:gd name="connsiteY9" fmla="*/ 7026 h 375286"/>
                <a:gd name="connsiteX10" fmla="*/ 884285 w 3316767"/>
                <a:gd name="connsiteY10" fmla="*/ 0 h 375286"/>
                <a:gd name="connsiteX0" fmla="*/ 884285 w 3316767"/>
                <a:gd name="connsiteY0" fmla="*/ 0 h 375286"/>
                <a:gd name="connsiteX1" fmla="*/ 3316767 w 3316767"/>
                <a:gd name="connsiteY1" fmla="*/ 5010 h 375286"/>
                <a:gd name="connsiteX2" fmla="*/ 3316767 w 3316767"/>
                <a:gd name="connsiteY2" fmla="*/ 375285 h 375286"/>
                <a:gd name="connsiteX3" fmla="*/ 1380482 w 3316767"/>
                <a:gd name="connsiteY3" fmla="*/ 375285 h 375286"/>
                <a:gd name="connsiteX4" fmla="*/ 1380481 w 3316767"/>
                <a:gd name="connsiteY4" fmla="*/ 375286 h 375286"/>
                <a:gd name="connsiteX5" fmla="*/ 0 w 3316767"/>
                <a:gd name="connsiteY5" fmla="*/ 375286 h 375286"/>
                <a:gd name="connsiteX6" fmla="*/ 163961 w 3316767"/>
                <a:gd name="connsiteY6" fmla="*/ 216642 h 375286"/>
                <a:gd name="connsiteX7" fmla="*/ 727771 w 3316767"/>
                <a:gd name="connsiteY7" fmla="*/ 1 h 375286"/>
                <a:gd name="connsiteX8" fmla="*/ 865984 w 3316767"/>
                <a:gd name="connsiteY8" fmla="*/ 6155 h 375286"/>
                <a:gd name="connsiteX9" fmla="*/ 872339 w 3316767"/>
                <a:gd name="connsiteY9" fmla="*/ 7026 h 375286"/>
                <a:gd name="connsiteX10" fmla="*/ 884285 w 3316767"/>
                <a:gd name="connsiteY10" fmla="*/ 0 h 3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316767" h="375286">
                  <a:moveTo>
                    <a:pt x="884285" y="0"/>
                  </a:moveTo>
                  <a:lnTo>
                    <a:pt x="3316767" y="5010"/>
                  </a:lnTo>
                  <a:lnTo>
                    <a:pt x="3316767" y="375285"/>
                  </a:lnTo>
                  <a:lnTo>
                    <a:pt x="1380482" y="375285"/>
                  </a:lnTo>
                  <a:lnTo>
                    <a:pt x="1380481" y="375286"/>
                  </a:lnTo>
                  <a:lnTo>
                    <a:pt x="0" y="375286"/>
                  </a:lnTo>
                  <a:cubicBezTo>
                    <a:pt x="44418" y="324679"/>
                    <a:pt x="119543" y="267249"/>
                    <a:pt x="163961" y="216642"/>
                  </a:cubicBezTo>
                  <a:cubicBezTo>
                    <a:pt x="291955" y="114752"/>
                    <a:pt x="443704" y="1"/>
                    <a:pt x="727771" y="1"/>
                  </a:cubicBezTo>
                  <a:cubicBezTo>
                    <a:pt x="775116" y="1"/>
                    <a:pt x="821340" y="2120"/>
                    <a:pt x="865984" y="6155"/>
                  </a:cubicBezTo>
                  <a:lnTo>
                    <a:pt x="872339" y="7026"/>
                  </a:lnTo>
                  <a:lnTo>
                    <a:pt x="884285" y="0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C30F83E4-80DE-4A4C-85C2-023EAA7D06C0}"/>
                </a:ext>
              </a:extLst>
            </p:cNvPr>
            <p:cNvSpPr/>
            <p:nvPr/>
          </p:nvSpPr>
          <p:spPr>
            <a:xfrm>
              <a:off x="237190" y="0"/>
              <a:ext cx="3241705" cy="375286"/>
            </a:xfrm>
            <a:custGeom>
              <a:avLst/>
              <a:gdLst>
                <a:gd name="connsiteX0" fmla="*/ 809223 w 3241705"/>
                <a:gd name="connsiteY0" fmla="*/ 0 h 375286"/>
                <a:gd name="connsiteX1" fmla="*/ 3241705 w 3241705"/>
                <a:gd name="connsiteY1" fmla="*/ 5010 h 375286"/>
                <a:gd name="connsiteX2" fmla="*/ 3241705 w 3241705"/>
                <a:gd name="connsiteY2" fmla="*/ 375285 h 375286"/>
                <a:gd name="connsiteX3" fmla="*/ 1305420 w 3241705"/>
                <a:gd name="connsiteY3" fmla="*/ 375285 h 375286"/>
                <a:gd name="connsiteX4" fmla="*/ 1305419 w 3241705"/>
                <a:gd name="connsiteY4" fmla="*/ 375286 h 375286"/>
                <a:gd name="connsiteX5" fmla="*/ 0 w 3241705"/>
                <a:gd name="connsiteY5" fmla="*/ 375286 h 375286"/>
                <a:gd name="connsiteX6" fmla="*/ 133254 w 3241705"/>
                <a:gd name="connsiteY6" fmla="*/ 223466 h 375286"/>
                <a:gd name="connsiteX7" fmla="*/ 652709 w 3241705"/>
                <a:gd name="connsiteY7" fmla="*/ 1 h 375286"/>
                <a:gd name="connsiteX8" fmla="*/ 790922 w 3241705"/>
                <a:gd name="connsiteY8" fmla="*/ 6155 h 375286"/>
                <a:gd name="connsiteX9" fmla="*/ 797277 w 3241705"/>
                <a:gd name="connsiteY9" fmla="*/ 7026 h 3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241705" h="375286">
                  <a:moveTo>
                    <a:pt x="809223" y="0"/>
                  </a:moveTo>
                  <a:lnTo>
                    <a:pt x="3241705" y="5010"/>
                  </a:lnTo>
                  <a:lnTo>
                    <a:pt x="3241705" y="375285"/>
                  </a:lnTo>
                  <a:lnTo>
                    <a:pt x="1305420" y="375285"/>
                  </a:lnTo>
                  <a:lnTo>
                    <a:pt x="1305419" y="375286"/>
                  </a:lnTo>
                  <a:lnTo>
                    <a:pt x="0" y="375286"/>
                  </a:lnTo>
                  <a:lnTo>
                    <a:pt x="133254" y="223466"/>
                  </a:lnTo>
                  <a:cubicBezTo>
                    <a:pt x="237364" y="114752"/>
                    <a:pt x="368642" y="1"/>
                    <a:pt x="652709" y="1"/>
                  </a:cubicBezTo>
                  <a:cubicBezTo>
                    <a:pt x="700054" y="1"/>
                    <a:pt x="746278" y="2120"/>
                    <a:pt x="790922" y="6155"/>
                  </a:cubicBezTo>
                  <a:lnTo>
                    <a:pt x="797277" y="7026"/>
                  </a:lnTo>
                  <a:close/>
                </a:path>
              </a:pathLst>
            </a:custGeom>
            <a:solidFill>
              <a:srgbClr val="0845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CFE1A68E-4885-45C6-AD66-C865D668E886}"/>
              </a:ext>
            </a:extLst>
          </p:cNvPr>
          <p:cNvSpPr/>
          <p:nvPr/>
        </p:nvSpPr>
        <p:spPr>
          <a:xfrm>
            <a:off x="2468570" y="1687833"/>
            <a:ext cx="2914394" cy="32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rtl="1">
              <a:lnSpc>
                <a:spcPct val="107000"/>
              </a:lnSpc>
              <a:spcAft>
                <a:spcPts val="684"/>
              </a:spcAft>
              <a:buSzPct val="150000"/>
            </a:pPr>
            <a:r>
              <a:rPr lang="fr-MA" sz="1600" b="1" i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EXPERIENCE</a:t>
            </a:r>
            <a:endParaRPr lang="ar-MA" sz="1600" b="1" i="1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C3EE4EF-222A-439A-A83F-93A8F5E514FA}"/>
              </a:ext>
            </a:extLst>
          </p:cNvPr>
          <p:cNvSpPr/>
          <p:nvPr/>
        </p:nvSpPr>
        <p:spPr>
          <a:xfrm>
            <a:off x="2204454" y="483177"/>
            <a:ext cx="4474455" cy="5338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82918" tIns="41459" rIns="82918" bIns="4145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</a:pPr>
            <a:r>
              <a:rPr lang="fr-FR" sz="3200" b="1" dirty="0">
                <a:solidFill>
                  <a:srgbClr val="08456C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Mohammad </a:t>
            </a:r>
            <a:r>
              <a:rPr lang="fr-FR" sz="3200" b="1" dirty="0" err="1">
                <a:solidFill>
                  <a:srgbClr val="08456C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marzok</a:t>
            </a:r>
            <a:r>
              <a:rPr lang="fr-FR" sz="3200" b="1" dirty="0">
                <a:solidFill>
                  <a:srgbClr val="08456C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fr-FR" sz="3200" b="1" dirty="0" err="1">
                <a:solidFill>
                  <a:srgbClr val="08456C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ajaj</a:t>
            </a:r>
            <a:endParaRPr lang="fr-FR" sz="3200" b="1" i="1" dirty="0">
              <a:solidFill>
                <a:srgbClr val="08456C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9" name="Subtitle 2">
            <a:extLst>
              <a:ext uri="{FF2B5EF4-FFF2-40B4-BE49-F238E27FC236}">
                <a16:creationId xmlns:a16="http://schemas.microsoft.com/office/drawing/2014/main" id="{0CEA0946-FA7D-45AE-9402-6FE38B1A8BF9}"/>
              </a:ext>
            </a:extLst>
          </p:cNvPr>
          <p:cNvSpPr/>
          <p:nvPr/>
        </p:nvSpPr>
        <p:spPr>
          <a:xfrm>
            <a:off x="2519754" y="1703257"/>
            <a:ext cx="4357864" cy="115074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82918" tIns="41459" rIns="82918" bIns="41459" anchor="t" anchorCtr="0" compatLnSpc="0">
            <a:noAutofit/>
          </a:bodyPr>
          <a:lstStyle/>
          <a:p>
            <a:pPr marL="164108" indent="-164108">
              <a:buFont typeface="Wingdings" panose="05000000000000000000" pitchFamily="2" charset="2"/>
              <a:buChar char="§"/>
            </a:pPr>
            <a:r>
              <a:rPr lang="en-US" sz="1600" i="1" dirty="0">
                <a:solidFill>
                  <a:srgbClr val="2031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participant at FMEE exhibition</a:t>
            </a:r>
            <a:r>
              <a:rPr lang="fr-FR" sz="1600" i="1" dirty="0">
                <a:solidFill>
                  <a:srgbClr val="2031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Damascus university | Aug 2021 To Oct 2021</a:t>
            </a:r>
          </a:p>
          <a:p>
            <a:pPr marL="164108"/>
            <a:r>
              <a:rPr lang="fr-FR" sz="16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exhibition of the </a:t>
            </a:r>
            <a:r>
              <a:rPr lang="fr-FR" sz="1600" i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Faculty</a:t>
            </a:r>
            <a:r>
              <a:rPr lang="fr-FR" sz="16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of </a:t>
            </a:r>
            <a:r>
              <a:rPr lang="fr-FR" sz="1600" i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Mechanical</a:t>
            </a:r>
            <a:r>
              <a:rPr lang="fr-FR" sz="16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and </a:t>
            </a:r>
            <a:r>
              <a:rPr lang="fr-FR" sz="1600" i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Electrical</a:t>
            </a:r>
            <a:r>
              <a:rPr lang="fr-FR" sz="16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Engineering.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282838A2-C8F7-48EC-AAD9-0BDF35CF634C}"/>
              </a:ext>
            </a:extLst>
          </p:cNvPr>
          <p:cNvSpPr/>
          <p:nvPr/>
        </p:nvSpPr>
        <p:spPr>
          <a:xfrm>
            <a:off x="2420348" y="7540984"/>
            <a:ext cx="2532652" cy="2813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MA" sz="1600" b="1" i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</a:rPr>
              <a:t>APPLICATION SKILLS</a:t>
            </a:r>
            <a:endParaRPr lang="fr-FR" sz="1600" b="1" i="1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</a:endParaRPr>
          </a:p>
        </p:txBody>
      </p:sp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43F65FD3-273E-4A3C-8945-155A51B677D7}"/>
              </a:ext>
            </a:extLst>
          </p:cNvPr>
          <p:cNvSpPr/>
          <p:nvPr/>
        </p:nvSpPr>
        <p:spPr>
          <a:xfrm>
            <a:off x="2503240" y="8090891"/>
            <a:ext cx="1914334" cy="183672"/>
          </a:xfrm>
          <a:prstGeom prst="roundRect">
            <a:avLst/>
          </a:prstGeom>
          <a:noFill/>
          <a:ln w="12700">
            <a:solidFill>
              <a:srgbClr val="4346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14" i="1"/>
          </a:p>
        </p:txBody>
      </p:sp>
      <p:sp>
        <p:nvSpPr>
          <p:cNvPr id="101" name="Rectangle: Rounded Corners 100">
            <a:extLst>
              <a:ext uri="{FF2B5EF4-FFF2-40B4-BE49-F238E27FC236}">
                <a16:creationId xmlns:a16="http://schemas.microsoft.com/office/drawing/2014/main" id="{CC67CBF2-A63F-4047-A4CC-C44EB31F221D}"/>
              </a:ext>
            </a:extLst>
          </p:cNvPr>
          <p:cNvSpPr/>
          <p:nvPr/>
        </p:nvSpPr>
        <p:spPr>
          <a:xfrm>
            <a:off x="2510418" y="8092628"/>
            <a:ext cx="1481437" cy="183672"/>
          </a:xfrm>
          <a:prstGeom prst="roundRect">
            <a:avLst/>
          </a:prstGeom>
          <a:solidFill>
            <a:srgbClr val="08456C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200" i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MS WORD</a:t>
            </a:r>
          </a:p>
        </p:txBody>
      </p:sp>
      <p:sp>
        <p:nvSpPr>
          <p:cNvPr id="104" name="Rectangle: Rounded Corners 103">
            <a:extLst>
              <a:ext uri="{FF2B5EF4-FFF2-40B4-BE49-F238E27FC236}">
                <a16:creationId xmlns:a16="http://schemas.microsoft.com/office/drawing/2014/main" id="{4911FBFF-BBD9-4C1D-936F-84BC1E20916E}"/>
              </a:ext>
            </a:extLst>
          </p:cNvPr>
          <p:cNvSpPr/>
          <p:nvPr/>
        </p:nvSpPr>
        <p:spPr>
          <a:xfrm>
            <a:off x="2503240" y="8558690"/>
            <a:ext cx="1914334" cy="183672"/>
          </a:xfrm>
          <a:prstGeom prst="roundRect">
            <a:avLst/>
          </a:prstGeom>
          <a:noFill/>
          <a:ln w="12700">
            <a:solidFill>
              <a:srgbClr val="4346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14" i="1"/>
          </a:p>
        </p:txBody>
      </p:sp>
      <p:sp>
        <p:nvSpPr>
          <p:cNvPr id="105" name="Rectangle: Rounded Corners 104">
            <a:extLst>
              <a:ext uri="{FF2B5EF4-FFF2-40B4-BE49-F238E27FC236}">
                <a16:creationId xmlns:a16="http://schemas.microsoft.com/office/drawing/2014/main" id="{820C8A3B-70EF-40F0-AD65-5E0E09E5E2AF}"/>
              </a:ext>
            </a:extLst>
          </p:cNvPr>
          <p:cNvSpPr/>
          <p:nvPr/>
        </p:nvSpPr>
        <p:spPr>
          <a:xfrm>
            <a:off x="2519754" y="8582545"/>
            <a:ext cx="1630752" cy="183672"/>
          </a:xfrm>
          <a:prstGeom prst="roundRect">
            <a:avLst/>
          </a:prstGeom>
          <a:solidFill>
            <a:srgbClr val="08456C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200" i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MS POWERPOINT</a:t>
            </a:r>
          </a:p>
        </p:txBody>
      </p:sp>
      <p:sp>
        <p:nvSpPr>
          <p:cNvPr id="106" name="Rectangle: Rounded Corners 105">
            <a:extLst>
              <a:ext uri="{FF2B5EF4-FFF2-40B4-BE49-F238E27FC236}">
                <a16:creationId xmlns:a16="http://schemas.microsoft.com/office/drawing/2014/main" id="{B8386E2A-2976-4366-A283-131E5C8727BF}"/>
              </a:ext>
            </a:extLst>
          </p:cNvPr>
          <p:cNvSpPr/>
          <p:nvPr/>
        </p:nvSpPr>
        <p:spPr>
          <a:xfrm>
            <a:off x="4816212" y="8106441"/>
            <a:ext cx="1914334" cy="183672"/>
          </a:xfrm>
          <a:prstGeom prst="roundRect">
            <a:avLst/>
          </a:prstGeom>
          <a:noFill/>
          <a:ln w="12700">
            <a:solidFill>
              <a:srgbClr val="4346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14" i="1"/>
          </a:p>
        </p:txBody>
      </p:sp>
      <p:sp>
        <p:nvSpPr>
          <p:cNvPr id="107" name="Rectangle: Rounded Corners 106">
            <a:extLst>
              <a:ext uri="{FF2B5EF4-FFF2-40B4-BE49-F238E27FC236}">
                <a16:creationId xmlns:a16="http://schemas.microsoft.com/office/drawing/2014/main" id="{835BE317-7AF5-4349-879C-26AAD7D627A4}"/>
              </a:ext>
            </a:extLst>
          </p:cNvPr>
          <p:cNvSpPr/>
          <p:nvPr/>
        </p:nvSpPr>
        <p:spPr>
          <a:xfrm>
            <a:off x="4816212" y="8108891"/>
            <a:ext cx="1365513" cy="181935"/>
          </a:xfrm>
          <a:prstGeom prst="roundRect">
            <a:avLst/>
          </a:prstGeom>
          <a:solidFill>
            <a:srgbClr val="08456C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200" i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ARDUINO </a:t>
            </a:r>
            <a:r>
              <a:rPr lang="fr-FR" sz="940" i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</a:t>
            </a:r>
          </a:p>
        </p:txBody>
      </p:sp>
      <p:graphicFrame>
        <p:nvGraphicFramePr>
          <p:cNvPr id="69" name="Table 68">
            <a:extLst>
              <a:ext uri="{FF2B5EF4-FFF2-40B4-BE49-F238E27FC236}">
                <a16:creationId xmlns:a16="http://schemas.microsoft.com/office/drawing/2014/main" id="{3A1D443E-0EE5-4209-AFE7-9C6CD5F2E2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6827662"/>
              </p:ext>
            </p:extLst>
          </p:nvPr>
        </p:nvGraphicFramePr>
        <p:xfrm>
          <a:off x="125302" y="5262995"/>
          <a:ext cx="1862084" cy="2656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2084">
                  <a:extLst>
                    <a:ext uri="{9D8B030D-6E8A-4147-A177-3AD203B41FA5}">
                      <a16:colId xmlns:a16="http://schemas.microsoft.com/office/drawing/2014/main" val="1372251140"/>
                    </a:ext>
                  </a:extLst>
                </a:gridCol>
              </a:tblGrid>
              <a:tr h="265687">
                <a:tc>
                  <a:txBody>
                    <a:bodyPr/>
                    <a:lstStyle/>
                    <a:p>
                      <a:pPr marL="171450" indent="-171450" algn="l" defTabSz="400827" rtl="0" eaLnBrk="1" latinLnBrk="0" hangingPunct="1">
                        <a:lnSpc>
                          <a:spcPct val="107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Wingdings" panose="05000000000000000000" pitchFamily="2" charset="2"/>
                        <a:buChar char="§"/>
                      </a:pPr>
                      <a:endParaRPr lang="fr-MA" sz="1000" b="0" i="1" kern="1200" dirty="0">
                        <a:solidFill>
                          <a:schemeClr val="bg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Mothanna" panose="02000503000000000000" pitchFamily="2" charset="-78"/>
                      </a:endParaRPr>
                    </a:p>
                  </a:txBody>
                  <a:tcPr marL="78226" marR="78226" marT="39113" marB="391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5898544"/>
                  </a:ext>
                </a:extLst>
              </a:tr>
            </a:tbl>
          </a:graphicData>
        </a:graphic>
      </p:graphicFrame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A7CD3C20-B0E5-4EE9-98AF-B4B9253EE953}"/>
              </a:ext>
            </a:extLst>
          </p:cNvPr>
          <p:cNvSpPr/>
          <p:nvPr/>
        </p:nvSpPr>
        <p:spPr>
          <a:xfrm>
            <a:off x="2504490" y="9026490"/>
            <a:ext cx="1914334" cy="183672"/>
          </a:xfrm>
          <a:prstGeom prst="roundRect">
            <a:avLst/>
          </a:prstGeom>
          <a:noFill/>
          <a:ln w="12700">
            <a:solidFill>
              <a:srgbClr val="4346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14" i="1"/>
          </a:p>
        </p:txBody>
      </p: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11E7580B-C1AC-4BBD-88B0-EFBA883C4144}"/>
              </a:ext>
            </a:extLst>
          </p:cNvPr>
          <p:cNvSpPr/>
          <p:nvPr/>
        </p:nvSpPr>
        <p:spPr>
          <a:xfrm>
            <a:off x="2503241" y="9028228"/>
            <a:ext cx="1270473" cy="181934"/>
          </a:xfrm>
          <a:prstGeom prst="roundRect">
            <a:avLst/>
          </a:prstGeom>
          <a:solidFill>
            <a:srgbClr val="08456C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200" i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MS EXCEL</a:t>
            </a:r>
          </a:p>
        </p:txBody>
      </p:sp>
      <p:sp>
        <p:nvSpPr>
          <p:cNvPr id="80" name="Subtitle 2">
            <a:extLst>
              <a:ext uri="{FF2B5EF4-FFF2-40B4-BE49-F238E27FC236}">
                <a16:creationId xmlns:a16="http://schemas.microsoft.com/office/drawing/2014/main" id="{CB500A53-3360-4D49-BA71-DDF4B775D072}"/>
              </a:ext>
            </a:extLst>
          </p:cNvPr>
          <p:cNvSpPr/>
          <p:nvPr/>
        </p:nvSpPr>
        <p:spPr>
          <a:xfrm>
            <a:off x="2439918" y="3021009"/>
            <a:ext cx="4220128" cy="417663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82918" tIns="41459" rIns="82918" bIns="41459" anchor="t" anchorCtr="0" compatLnSpc="0">
            <a:noAutofit/>
          </a:bodyPr>
          <a:lstStyle/>
          <a:p>
            <a:endParaRPr lang="en-US" sz="1600" i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6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Python for every body 5 course about data structure and using database with python using python to access web data on coursera.org 2022.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600" i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Ccnp</a:t>
            </a:r>
            <a:r>
              <a:rPr lang="en-US" sz="16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350 – 401 – on the internet by </a:t>
            </a:r>
            <a:r>
              <a:rPr lang="en-US" sz="1600" i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ahmed</a:t>
            </a:r>
            <a:r>
              <a:rPr lang="en-US" sz="16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i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nazmy</a:t>
            </a:r>
            <a:r>
              <a:rPr lang="en-US" sz="16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in 2022.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6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CCNA 200 – 301 – on the internet by </a:t>
            </a:r>
            <a:r>
              <a:rPr lang="en-US" sz="1600" i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ahmad</a:t>
            </a:r>
            <a:r>
              <a:rPr lang="en-US" sz="16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i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nazmy</a:t>
            </a:r>
            <a:r>
              <a:rPr lang="en-US" sz="16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 in 2021.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6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Mobile communication systems (2021) – Dr. Ayman </a:t>
            </a:r>
            <a:r>
              <a:rPr lang="en-US" sz="1600" i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alsawah</a:t>
            </a:r>
            <a:r>
              <a:rPr lang="en-US" sz="16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.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6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Certification for participating at FMEE exhibition 2021.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6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Components ,installation and preparation of base stations for </a:t>
            </a:r>
            <a:r>
              <a:rPr lang="en-US" sz="1600" i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celluler</a:t>
            </a:r>
            <a:r>
              <a:rPr lang="en-US" sz="16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systems by _Dr Ayman </a:t>
            </a:r>
            <a:r>
              <a:rPr lang="en-US" sz="1600" i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alsawah</a:t>
            </a:r>
            <a:r>
              <a:rPr lang="en-US" sz="16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.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en-US" sz="1600" i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en-US" sz="11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  </a:t>
            </a:r>
          </a:p>
        </p:txBody>
      </p:sp>
      <p:grpSp>
        <p:nvGrpSpPr>
          <p:cNvPr id="50" name="Group 62">
            <a:extLst>
              <a:ext uri="{FF2B5EF4-FFF2-40B4-BE49-F238E27FC236}">
                <a16:creationId xmlns:a16="http://schemas.microsoft.com/office/drawing/2014/main" id="{9CE0BFBC-286B-4F82-BBD3-77DBE21725A4}"/>
              </a:ext>
            </a:extLst>
          </p:cNvPr>
          <p:cNvGrpSpPr/>
          <p:nvPr/>
        </p:nvGrpSpPr>
        <p:grpSpPr>
          <a:xfrm flipH="1">
            <a:off x="2428290" y="2836867"/>
            <a:ext cx="3478530" cy="375285"/>
            <a:chOff x="0" y="0"/>
            <a:chExt cx="3478895" cy="375286"/>
          </a:xfrm>
        </p:grpSpPr>
        <p:sp>
          <p:nvSpPr>
            <p:cNvPr id="51" name="Freeform: Shape 63">
              <a:extLst>
                <a:ext uri="{FF2B5EF4-FFF2-40B4-BE49-F238E27FC236}">
                  <a16:creationId xmlns:a16="http://schemas.microsoft.com/office/drawing/2014/main" id="{3D9AFA62-EF49-44F9-B471-3D639BE6B65E}"/>
                </a:ext>
              </a:extLst>
            </p:cNvPr>
            <p:cNvSpPr/>
            <p:nvPr/>
          </p:nvSpPr>
          <p:spPr>
            <a:xfrm>
              <a:off x="0" y="0"/>
              <a:ext cx="3316767" cy="375286"/>
            </a:xfrm>
            <a:custGeom>
              <a:avLst/>
              <a:gdLst>
                <a:gd name="connsiteX0" fmla="*/ 809223 w 3241705"/>
                <a:gd name="connsiteY0" fmla="*/ 0 h 375286"/>
                <a:gd name="connsiteX1" fmla="*/ 3241705 w 3241705"/>
                <a:gd name="connsiteY1" fmla="*/ 5010 h 375286"/>
                <a:gd name="connsiteX2" fmla="*/ 3241705 w 3241705"/>
                <a:gd name="connsiteY2" fmla="*/ 375285 h 375286"/>
                <a:gd name="connsiteX3" fmla="*/ 1305420 w 3241705"/>
                <a:gd name="connsiteY3" fmla="*/ 375285 h 375286"/>
                <a:gd name="connsiteX4" fmla="*/ 1305419 w 3241705"/>
                <a:gd name="connsiteY4" fmla="*/ 375286 h 375286"/>
                <a:gd name="connsiteX5" fmla="*/ 0 w 3241705"/>
                <a:gd name="connsiteY5" fmla="*/ 375286 h 375286"/>
                <a:gd name="connsiteX6" fmla="*/ 133254 w 3241705"/>
                <a:gd name="connsiteY6" fmla="*/ 223466 h 375286"/>
                <a:gd name="connsiteX7" fmla="*/ 652709 w 3241705"/>
                <a:gd name="connsiteY7" fmla="*/ 1 h 375286"/>
                <a:gd name="connsiteX8" fmla="*/ 790922 w 3241705"/>
                <a:gd name="connsiteY8" fmla="*/ 6155 h 375286"/>
                <a:gd name="connsiteX9" fmla="*/ 797277 w 3241705"/>
                <a:gd name="connsiteY9" fmla="*/ 7026 h 375286"/>
                <a:gd name="connsiteX0" fmla="*/ 884285 w 3316767"/>
                <a:gd name="connsiteY0" fmla="*/ 0 h 375286"/>
                <a:gd name="connsiteX1" fmla="*/ 3316767 w 3316767"/>
                <a:gd name="connsiteY1" fmla="*/ 5010 h 375286"/>
                <a:gd name="connsiteX2" fmla="*/ 3316767 w 3316767"/>
                <a:gd name="connsiteY2" fmla="*/ 375285 h 375286"/>
                <a:gd name="connsiteX3" fmla="*/ 1380482 w 3316767"/>
                <a:gd name="connsiteY3" fmla="*/ 375285 h 375286"/>
                <a:gd name="connsiteX4" fmla="*/ 1380481 w 3316767"/>
                <a:gd name="connsiteY4" fmla="*/ 375286 h 375286"/>
                <a:gd name="connsiteX5" fmla="*/ 0 w 3316767"/>
                <a:gd name="connsiteY5" fmla="*/ 375286 h 375286"/>
                <a:gd name="connsiteX6" fmla="*/ 208316 w 3316767"/>
                <a:gd name="connsiteY6" fmla="*/ 223466 h 375286"/>
                <a:gd name="connsiteX7" fmla="*/ 727771 w 3316767"/>
                <a:gd name="connsiteY7" fmla="*/ 1 h 375286"/>
                <a:gd name="connsiteX8" fmla="*/ 865984 w 3316767"/>
                <a:gd name="connsiteY8" fmla="*/ 6155 h 375286"/>
                <a:gd name="connsiteX9" fmla="*/ 872339 w 3316767"/>
                <a:gd name="connsiteY9" fmla="*/ 7026 h 375286"/>
                <a:gd name="connsiteX10" fmla="*/ 884285 w 3316767"/>
                <a:gd name="connsiteY10" fmla="*/ 0 h 375286"/>
                <a:gd name="connsiteX0" fmla="*/ 884285 w 3316767"/>
                <a:gd name="connsiteY0" fmla="*/ 0 h 375286"/>
                <a:gd name="connsiteX1" fmla="*/ 3316767 w 3316767"/>
                <a:gd name="connsiteY1" fmla="*/ 5010 h 375286"/>
                <a:gd name="connsiteX2" fmla="*/ 3316767 w 3316767"/>
                <a:gd name="connsiteY2" fmla="*/ 375285 h 375286"/>
                <a:gd name="connsiteX3" fmla="*/ 1380482 w 3316767"/>
                <a:gd name="connsiteY3" fmla="*/ 375285 h 375286"/>
                <a:gd name="connsiteX4" fmla="*/ 1380481 w 3316767"/>
                <a:gd name="connsiteY4" fmla="*/ 375286 h 375286"/>
                <a:gd name="connsiteX5" fmla="*/ 0 w 3316767"/>
                <a:gd name="connsiteY5" fmla="*/ 375286 h 375286"/>
                <a:gd name="connsiteX6" fmla="*/ 163961 w 3316767"/>
                <a:gd name="connsiteY6" fmla="*/ 216642 h 375286"/>
                <a:gd name="connsiteX7" fmla="*/ 727771 w 3316767"/>
                <a:gd name="connsiteY7" fmla="*/ 1 h 375286"/>
                <a:gd name="connsiteX8" fmla="*/ 865984 w 3316767"/>
                <a:gd name="connsiteY8" fmla="*/ 6155 h 375286"/>
                <a:gd name="connsiteX9" fmla="*/ 872339 w 3316767"/>
                <a:gd name="connsiteY9" fmla="*/ 7026 h 375286"/>
                <a:gd name="connsiteX10" fmla="*/ 884285 w 3316767"/>
                <a:gd name="connsiteY10" fmla="*/ 0 h 375286"/>
                <a:gd name="connsiteX0" fmla="*/ 884285 w 3316767"/>
                <a:gd name="connsiteY0" fmla="*/ 0 h 375286"/>
                <a:gd name="connsiteX1" fmla="*/ 3316767 w 3316767"/>
                <a:gd name="connsiteY1" fmla="*/ 5010 h 375286"/>
                <a:gd name="connsiteX2" fmla="*/ 3316767 w 3316767"/>
                <a:gd name="connsiteY2" fmla="*/ 375285 h 375286"/>
                <a:gd name="connsiteX3" fmla="*/ 1380482 w 3316767"/>
                <a:gd name="connsiteY3" fmla="*/ 375285 h 375286"/>
                <a:gd name="connsiteX4" fmla="*/ 1380481 w 3316767"/>
                <a:gd name="connsiteY4" fmla="*/ 375286 h 375286"/>
                <a:gd name="connsiteX5" fmla="*/ 0 w 3316767"/>
                <a:gd name="connsiteY5" fmla="*/ 375286 h 375286"/>
                <a:gd name="connsiteX6" fmla="*/ 163961 w 3316767"/>
                <a:gd name="connsiteY6" fmla="*/ 216642 h 375286"/>
                <a:gd name="connsiteX7" fmla="*/ 727771 w 3316767"/>
                <a:gd name="connsiteY7" fmla="*/ 1 h 375286"/>
                <a:gd name="connsiteX8" fmla="*/ 865984 w 3316767"/>
                <a:gd name="connsiteY8" fmla="*/ 6155 h 375286"/>
                <a:gd name="connsiteX9" fmla="*/ 872339 w 3316767"/>
                <a:gd name="connsiteY9" fmla="*/ 7026 h 375286"/>
                <a:gd name="connsiteX10" fmla="*/ 884285 w 3316767"/>
                <a:gd name="connsiteY10" fmla="*/ 0 h 3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316767" h="375286">
                  <a:moveTo>
                    <a:pt x="884285" y="0"/>
                  </a:moveTo>
                  <a:lnTo>
                    <a:pt x="3316767" y="5010"/>
                  </a:lnTo>
                  <a:lnTo>
                    <a:pt x="3316767" y="375285"/>
                  </a:lnTo>
                  <a:lnTo>
                    <a:pt x="1380482" y="375285"/>
                  </a:lnTo>
                  <a:lnTo>
                    <a:pt x="1380481" y="375286"/>
                  </a:lnTo>
                  <a:lnTo>
                    <a:pt x="0" y="375286"/>
                  </a:lnTo>
                  <a:cubicBezTo>
                    <a:pt x="44418" y="324679"/>
                    <a:pt x="119543" y="267249"/>
                    <a:pt x="163961" y="216642"/>
                  </a:cubicBezTo>
                  <a:cubicBezTo>
                    <a:pt x="291955" y="114752"/>
                    <a:pt x="443704" y="1"/>
                    <a:pt x="727771" y="1"/>
                  </a:cubicBezTo>
                  <a:cubicBezTo>
                    <a:pt x="775116" y="1"/>
                    <a:pt x="821340" y="2120"/>
                    <a:pt x="865984" y="6155"/>
                  </a:cubicBezTo>
                  <a:lnTo>
                    <a:pt x="872339" y="7026"/>
                  </a:lnTo>
                  <a:lnTo>
                    <a:pt x="884285" y="0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/>
            </a:p>
          </p:txBody>
        </p:sp>
        <p:sp>
          <p:nvSpPr>
            <p:cNvPr id="52" name="Freeform: Shape 64">
              <a:extLst>
                <a:ext uri="{FF2B5EF4-FFF2-40B4-BE49-F238E27FC236}">
                  <a16:creationId xmlns:a16="http://schemas.microsoft.com/office/drawing/2014/main" id="{20D4D251-EFF8-45B9-8AF7-DFA5C2CFCD4A}"/>
                </a:ext>
              </a:extLst>
            </p:cNvPr>
            <p:cNvSpPr/>
            <p:nvPr/>
          </p:nvSpPr>
          <p:spPr>
            <a:xfrm>
              <a:off x="237190" y="0"/>
              <a:ext cx="3241705" cy="375286"/>
            </a:xfrm>
            <a:custGeom>
              <a:avLst/>
              <a:gdLst>
                <a:gd name="connsiteX0" fmla="*/ 809223 w 3241705"/>
                <a:gd name="connsiteY0" fmla="*/ 0 h 375286"/>
                <a:gd name="connsiteX1" fmla="*/ 3241705 w 3241705"/>
                <a:gd name="connsiteY1" fmla="*/ 5010 h 375286"/>
                <a:gd name="connsiteX2" fmla="*/ 3241705 w 3241705"/>
                <a:gd name="connsiteY2" fmla="*/ 375285 h 375286"/>
                <a:gd name="connsiteX3" fmla="*/ 1305420 w 3241705"/>
                <a:gd name="connsiteY3" fmla="*/ 375285 h 375286"/>
                <a:gd name="connsiteX4" fmla="*/ 1305419 w 3241705"/>
                <a:gd name="connsiteY4" fmla="*/ 375286 h 375286"/>
                <a:gd name="connsiteX5" fmla="*/ 0 w 3241705"/>
                <a:gd name="connsiteY5" fmla="*/ 375286 h 375286"/>
                <a:gd name="connsiteX6" fmla="*/ 133254 w 3241705"/>
                <a:gd name="connsiteY6" fmla="*/ 223466 h 375286"/>
                <a:gd name="connsiteX7" fmla="*/ 652709 w 3241705"/>
                <a:gd name="connsiteY7" fmla="*/ 1 h 375286"/>
                <a:gd name="connsiteX8" fmla="*/ 790922 w 3241705"/>
                <a:gd name="connsiteY8" fmla="*/ 6155 h 375286"/>
                <a:gd name="connsiteX9" fmla="*/ 797277 w 3241705"/>
                <a:gd name="connsiteY9" fmla="*/ 7026 h 3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241705" h="375286">
                  <a:moveTo>
                    <a:pt x="809223" y="0"/>
                  </a:moveTo>
                  <a:lnTo>
                    <a:pt x="3241705" y="5010"/>
                  </a:lnTo>
                  <a:lnTo>
                    <a:pt x="3241705" y="375285"/>
                  </a:lnTo>
                  <a:lnTo>
                    <a:pt x="1305420" y="375285"/>
                  </a:lnTo>
                  <a:lnTo>
                    <a:pt x="1305419" y="375286"/>
                  </a:lnTo>
                  <a:lnTo>
                    <a:pt x="0" y="375286"/>
                  </a:lnTo>
                  <a:lnTo>
                    <a:pt x="133254" y="223466"/>
                  </a:lnTo>
                  <a:cubicBezTo>
                    <a:pt x="237364" y="114752"/>
                    <a:pt x="368642" y="1"/>
                    <a:pt x="652709" y="1"/>
                  </a:cubicBezTo>
                  <a:cubicBezTo>
                    <a:pt x="700054" y="1"/>
                    <a:pt x="746278" y="2120"/>
                    <a:pt x="790922" y="6155"/>
                  </a:cubicBezTo>
                  <a:lnTo>
                    <a:pt x="797277" y="7026"/>
                  </a:lnTo>
                  <a:close/>
                </a:path>
              </a:pathLst>
            </a:custGeom>
            <a:solidFill>
              <a:srgbClr val="0845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fr-FR" sz="1600" dirty="0"/>
                <a:t>COURSES</a:t>
              </a:r>
            </a:p>
          </p:txBody>
        </p:sp>
      </p:grpSp>
      <p:sp>
        <p:nvSpPr>
          <p:cNvPr id="42" name="Rectangle 98">
            <a:extLst>
              <a:ext uri="{FF2B5EF4-FFF2-40B4-BE49-F238E27FC236}">
                <a16:creationId xmlns:a16="http://schemas.microsoft.com/office/drawing/2014/main" id="{D475E02C-BAB1-4393-B506-0D467B84661F}"/>
              </a:ext>
            </a:extLst>
          </p:cNvPr>
          <p:cNvSpPr/>
          <p:nvPr/>
        </p:nvSpPr>
        <p:spPr>
          <a:xfrm>
            <a:off x="11561" y="8599"/>
            <a:ext cx="2388097" cy="9906000"/>
          </a:xfrm>
          <a:prstGeom prst="rect">
            <a:avLst/>
          </a:prstGeom>
          <a:solidFill>
            <a:srgbClr val="0845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400827" rtl="0" eaLnBrk="1" latinLnBrk="0" hangingPunct="1">
              <a:defRPr sz="157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00827" algn="l" defTabSz="400827" rtl="0" eaLnBrk="1" latinLnBrk="0" hangingPunct="1">
              <a:defRPr sz="157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801654" algn="l" defTabSz="400827" rtl="0" eaLnBrk="1" latinLnBrk="0" hangingPunct="1">
              <a:defRPr sz="157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202482" algn="l" defTabSz="400827" rtl="0" eaLnBrk="1" latinLnBrk="0" hangingPunct="1">
              <a:defRPr sz="157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603309" algn="l" defTabSz="400827" rtl="0" eaLnBrk="1" latinLnBrk="0" hangingPunct="1">
              <a:defRPr sz="157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004136" algn="l" defTabSz="400827" rtl="0" eaLnBrk="1" latinLnBrk="0" hangingPunct="1">
              <a:defRPr sz="157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404963" algn="l" defTabSz="400827" rtl="0" eaLnBrk="1" latinLnBrk="0" hangingPunct="1">
              <a:defRPr sz="157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805791" algn="l" defTabSz="400827" rtl="0" eaLnBrk="1" latinLnBrk="0" hangingPunct="1">
              <a:defRPr sz="157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206618" algn="l" defTabSz="400827" rtl="0" eaLnBrk="1" latinLnBrk="0" hangingPunct="1">
              <a:defRPr sz="157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fr-FR" sz="1600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just"/>
            <a:endParaRPr lang="fr-FR" sz="1600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just"/>
            <a:endParaRPr lang="fr-FR" sz="1600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just"/>
            <a:endParaRPr lang="fr-FR" sz="1600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just"/>
            <a:endParaRPr lang="fr-FR" sz="1600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just"/>
            <a:endParaRPr lang="fr-FR" sz="1600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just"/>
            <a:endParaRPr lang="fr-FR" sz="1600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just"/>
            <a:endParaRPr lang="fr-MA" sz="1600" b="1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just"/>
            <a:endParaRPr lang="fr-MA" sz="1600" b="1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ar-SA" sz="1600" b="1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ar-SA" sz="14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  </a:t>
            </a:r>
            <a:r>
              <a:rPr lang="en-US" sz="14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military   status:                       postponed  </a:t>
            </a:r>
            <a:endParaRPr lang="fr-MA" sz="1400" b="1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just"/>
            <a:endParaRPr lang="fr-MA" sz="1600" b="1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just"/>
            <a:r>
              <a:rPr lang="fr-MA" sz="16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PROFILE</a:t>
            </a:r>
            <a:endParaRPr lang="fr-FR" sz="1600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just"/>
            <a:endParaRPr lang="fr-FR" sz="1600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just"/>
            <a:r>
              <a:rPr lang="en-US" sz="160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Student in Electronics and Communication in the final years and g my graduation project was: “smart bracelet to monitor and locate the patient using internet of things”.</a:t>
            </a:r>
            <a:endParaRPr lang="fr-FR" sz="1600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just"/>
            <a:endParaRPr lang="fr-FR" sz="1600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4" name="Rectangle 114">
            <a:extLst>
              <a:ext uri="{FF2B5EF4-FFF2-40B4-BE49-F238E27FC236}">
                <a16:creationId xmlns:a16="http://schemas.microsoft.com/office/drawing/2014/main" id="{BAAA2CBC-BDA9-44EB-848C-6B6423B95B3C}"/>
              </a:ext>
            </a:extLst>
          </p:cNvPr>
          <p:cNvSpPr/>
          <p:nvPr/>
        </p:nvSpPr>
        <p:spPr>
          <a:xfrm flipV="1">
            <a:off x="-12187" y="3687963"/>
            <a:ext cx="1866160" cy="2513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rtl="1">
              <a:lnSpc>
                <a:spcPct val="107000"/>
              </a:lnSpc>
              <a:spcAft>
                <a:spcPts val="684"/>
              </a:spcAft>
              <a:buSzPct val="150000"/>
            </a:pPr>
            <a:endParaRPr lang="ar-MA" sz="1369" b="1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Open Sans" panose="020B0606030504020204" pitchFamily="34" charset="0"/>
              <a:ea typeface="Open Sans" panose="020B0606030504020204" pitchFamily="34" charset="0"/>
            </a:endParaRPr>
          </a:p>
        </p:txBody>
      </p:sp>
      <p:grpSp>
        <p:nvGrpSpPr>
          <p:cNvPr id="173" name="Group 71">
            <a:extLst>
              <a:ext uri="{FF2B5EF4-FFF2-40B4-BE49-F238E27FC236}">
                <a16:creationId xmlns:a16="http://schemas.microsoft.com/office/drawing/2014/main" id="{626ECDD7-AD66-42A5-BF6E-F1FF980A251D}"/>
              </a:ext>
            </a:extLst>
          </p:cNvPr>
          <p:cNvGrpSpPr/>
          <p:nvPr/>
        </p:nvGrpSpPr>
        <p:grpSpPr>
          <a:xfrm>
            <a:off x="125043" y="2486025"/>
            <a:ext cx="2265697" cy="1923685"/>
            <a:chOff x="4336109" y="2592929"/>
            <a:chExt cx="2205473" cy="1302391"/>
          </a:xfrm>
        </p:grpSpPr>
        <p:grpSp>
          <p:nvGrpSpPr>
            <p:cNvPr id="174" name="Group 88">
              <a:extLst>
                <a:ext uri="{FF2B5EF4-FFF2-40B4-BE49-F238E27FC236}">
                  <a16:creationId xmlns:a16="http://schemas.microsoft.com/office/drawing/2014/main" id="{65683C6E-9933-4558-9245-DFCFFF77A8DF}"/>
                </a:ext>
              </a:extLst>
            </p:cNvPr>
            <p:cNvGrpSpPr/>
            <p:nvPr/>
          </p:nvGrpSpPr>
          <p:grpSpPr>
            <a:xfrm>
              <a:off x="4336109" y="2592929"/>
              <a:ext cx="2205473" cy="959040"/>
              <a:chOff x="1341479" y="891885"/>
              <a:chExt cx="2205473" cy="959040"/>
            </a:xfrm>
          </p:grpSpPr>
          <p:grpSp>
            <p:nvGrpSpPr>
              <p:cNvPr id="178" name="Group 90">
                <a:extLst>
                  <a:ext uri="{FF2B5EF4-FFF2-40B4-BE49-F238E27FC236}">
                    <a16:creationId xmlns:a16="http://schemas.microsoft.com/office/drawing/2014/main" id="{861197A0-FAD4-4154-9EC5-B1E7B07D759D}"/>
                  </a:ext>
                </a:extLst>
              </p:cNvPr>
              <p:cNvGrpSpPr/>
              <p:nvPr/>
            </p:nvGrpSpPr>
            <p:grpSpPr>
              <a:xfrm>
                <a:off x="1645791" y="926823"/>
                <a:ext cx="1901161" cy="924102"/>
                <a:chOff x="111985" y="929043"/>
                <a:chExt cx="1901161" cy="924102"/>
              </a:xfrm>
            </p:grpSpPr>
            <p:sp>
              <p:nvSpPr>
                <p:cNvPr id="182" name="Rectangle 94">
                  <a:extLst>
                    <a:ext uri="{FF2B5EF4-FFF2-40B4-BE49-F238E27FC236}">
                      <a16:creationId xmlns:a16="http://schemas.microsoft.com/office/drawing/2014/main" id="{ACFFDEE6-C25E-4078-B0B1-BCDCEA1EB8A2}"/>
                    </a:ext>
                  </a:extLst>
                </p:cNvPr>
                <p:cNvSpPr/>
                <p:nvPr/>
              </p:nvSpPr>
              <p:spPr>
                <a:xfrm>
                  <a:off x="111985" y="1670082"/>
                  <a:ext cx="1672446" cy="183063"/>
                </a:xfrm>
                <a:prstGeom prst="rect">
                  <a:avLst/>
                </a:prstGeom>
              </p:spPr>
              <p:txBody>
                <a:bodyPr wrap="none" lIns="0" tIns="0" rIns="0" bIns="0">
                  <a:spAutoFit/>
                </a:bodyPr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rtl="1">
                    <a:lnSpc>
                      <a:spcPct val="107000"/>
                    </a:lnSpc>
                    <a:spcAft>
                      <a:spcPts val="684"/>
                    </a:spcAft>
                  </a:pPr>
                  <a:r>
                    <a:rPr lang="fr-MA" sz="1000" i="1" dirty="0" err="1">
                      <a:solidFill>
                        <a:schemeClr val="bg1"/>
                      </a:solidFill>
                      <a:latin typeface="Open Sans" panose="020B0606030504020204" pitchFamily="34" charset="0"/>
                      <a:ea typeface="Open Sans" panose="020B0606030504020204" pitchFamily="34" charset="0"/>
                      <a:cs typeface="Open Sans" panose="020B0606030504020204" pitchFamily="34" charset="0"/>
                    </a:rPr>
                    <a:t>Syria</a:t>
                  </a:r>
                  <a:r>
                    <a:rPr lang="fr-MA" sz="1000" i="1" dirty="0">
                      <a:solidFill>
                        <a:schemeClr val="bg1"/>
                      </a:solidFill>
                      <a:latin typeface="Open Sans" panose="020B0606030504020204" pitchFamily="34" charset="0"/>
                      <a:ea typeface="Open Sans" panose="020B0606030504020204" pitchFamily="34" charset="0"/>
                      <a:cs typeface="Open Sans" panose="020B0606030504020204" pitchFamily="34" charset="0"/>
                    </a:rPr>
                    <a:t>, </a:t>
                  </a:r>
                  <a:r>
                    <a:rPr lang="fr-MA" sz="1000" i="1" dirty="0" err="1">
                      <a:solidFill>
                        <a:schemeClr val="bg1"/>
                      </a:solidFill>
                      <a:latin typeface="Open Sans" panose="020B0606030504020204" pitchFamily="34" charset="0"/>
                      <a:ea typeface="Open Sans" panose="020B0606030504020204" pitchFamily="34" charset="0"/>
                      <a:cs typeface="Open Sans" panose="020B0606030504020204" pitchFamily="34" charset="0"/>
                    </a:rPr>
                    <a:t>Damascus</a:t>
                  </a:r>
                  <a:r>
                    <a:rPr lang="fr-MA" sz="1000" i="1" dirty="0">
                      <a:solidFill>
                        <a:schemeClr val="bg1"/>
                      </a:solidFill>
                      <a:latin typeface="Open Sans" panose="020B0606030504020204" pitchFamily="34" charset="0"/>
                      <a:ea typeface="Open Sans" panose="020B0606030504020204" pitchFamily="34" charset="0"/>
                      <a:cs typeface="Open Sans" panose="020B0606030504020204" pitchFamily="34" charset="0"/>
                    </a:rPr>
                    <a:t>,  </a:t>
                  </a:r>
                  <a:r>
                    <a:rPr lang="fr-MA" sz="1200" i="1" dirty="0" err="1">
                      <a:solidFill>
                        <a:schemeClr val="bg1"/>
                      </a:solidFill>
                      <a:latin typeface="Open Sans" panose="020B0606030504020204" pitchFamily="34" charset="0"/>
                      <a:ea typeface="Open Sans" panose="020B0606030504020204" pitchFamily="34" charset="0"/>
                      <a:cs typeface="Open Sans" panose="020B0606030504020204" pitchFamily="34" charset="0"/>
                    </a:rPr>
                    <a:t>baramkeh</a:t>
                  </a:r>
                  <a:endParaRPr lang="fr-FR" sz="1200" i="1" dirty="0">
                    <a:solidFill>
                      <a:schemeClr val="bg1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endParaRPr>
                </a:p>
              </p:txBody>
            </p:sp>
            <p:sp>
              <p:nvSpPr>
                <p:cNvPr id="183" name="Rectangle 95">
                  <a:extLst>
                    <a:ext uri="{FF2B5EF4-FFF2-40B4-BE49-F238E27FC236}">
                      <a16:creationId xmlns:a16="http://schemas.microsoft.com/office/drawing/2014/main" id="{82533F88-7A77-4507-ABB5-A08DA85EB64F}"/>
                    </a:ext>
                  </a:extLst>
                </p:cNvPr>
                <p:cNvSpPr/>
                <p:nvPr/>
              </p:nvSpPr>
              <p:spPr>
                <a:xfrm>
                  <a:off x="142660" y="929043"/>
                  <a:ext cx="1316187" cy="519553"/>
                </a:xfrm>
                <a:prstGeom prst="rect">
                  <a:avLst/>
                </a:prstGeom>
              </p:spPr>
              <p:txBody>
                <a:bodyPr wrap="square" lIns="0" tIns="0" rIns="0" bIns="0">
                  <a:spAutoFit/>
                </a:bodyPr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sz="1000" i="1" dirty="0">
                      <a:solidFill>
                        <a:schemeClr val="bg1"/>
                      </a:solidFill>
                      <a:latin typeface="Open Sans" panose="020B0606030504020204" pitchFamily="34" charset="0"/>
                      <a:ea typeface="Open Sans" panose="020B0606030504020204" pitchFamily="34" charset="0"/>
                      <a:cs typeface="Open Sans" panose="020B0606030504020204" pitchFamily="34" charset="0"/>
                    </a:rPr>
                    <a:t>  </a:t>
                  </a:r>
                  <a:r>
                    <a:rPr lang="en-US" sz="1400" i="1" dirty="0">
                      <a:solidFill>
                        <a:schemeClr val="bg1"/>
                      </a:solidFill>
                      <a:latin typeface="Open Sans" panose="020B0606030504020204" pitchFamily="34" charset="0"/>
                      <a:ea typeface="Open Sans" panose="020B0606030504020204" pitchFamily="34" charset="0"/>
                      <a:cs typeface="Open Sans" panose="020B0606030504020204" pitchFamily="34" charset="0"/>
                    </a:rPr>
                    <a:t>0954464994</a:t>
                  </a:r>
                </a:p>
                <a:p>
                  <a:r>
                    <a:rPr lang="en-US" sz="1200" i="1" dirty="0">
                      <a:solidFill>
                        <a:schemeClr val="bg1"/>
                      </a:solidFill>
                      <a:latin typeface="Open Sans" panose="020B0606030504020204" pitchFamily="34" charset="0"/>
                      <a:ea typeface="Open Sans" panose="020B0606030504020204" pitchFamily="34" charset="0"/>
                      <a:cs typeface="Open Sans" panose="020B0606030504020204" pitchFamily="34" charset="0"/>
                    </a:rPr>
                    <a:t> </a:t>
                  </a:r>
                  <a:r>
                    <a:rPr lang="en-US" sz="1400" i="1" dirty="0">
                      <a:solidFill>
                        <a:schemeClr val="bg1"/>
                      </a:solidFill>
                      <a:latin typeface="Open Sans" panose="020B0606030504020204" pitchFamily="34" charset="0"/>
                      <a:ea typeface="Open Sans" panose="020B0606030504020204" pitchFamily="34" charset="0"/>
                      <a:cs typeface="Open Sans" panose="020B0606030504020204" pitchFamily="34" charset="0"/>
                    </a:rPr>
                    <a:t>0993758049</a:t>
                  </a:r>
                </a:p>
                <a:p>
                  <a:endParaRPr lang="en-US" sz="1200" i="1" dirty="0">
                    <a:solidFill>
                      <a:schemeClr val="bg1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endParaRPr>
                </a:p>
              </p:txBody>
            </p:sp>
            <p:sp>
              <p:nvSpPr>
                <p:cNvPr id="184" name="Rectangle 96">
                  <a:extLst>
                    <a:ext uri="{FF2B5EF4-FFF2-40B4-BE49-F238E27FC236}">
                      <a16:creationId xmlns:a16="http://schemas.microsoft.com/office/drawing/2014/main" id="{EFD9F7A7-D525-44FC-9E2D-00C6BC03379A}"/>
                    </a:ext>
                  </a:extLst>
                </p:cNvPr>
                <p:cNvSpPr/>
                <p:nvPr/>
              </p:nvSpPr>
              <p:spPr>
                <a:xfrm>
                  <a:off x="111985" y="1371749"/>
                  <a:ext cx="1901161" cy="184666"/>
                </a:xfrm>
                <a:prstGeom prst="rect">
                  <a:avLst/>
                </a:prstGeom>
              </p:spPr>
              <p:txBody>
                <a:bodyPr wrap="none" lIns="0" tIns="0" rIns="0" bIns="0">
                  <a:spAutoFit/>
                </a:bodyPr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sz="1200" i="1" dirty="0">
                      <a:solidFill>
                        <a:schemeClr val="bg1"/>
                      </a:solidFill>
                      <a:latin typeface="Open Sans" panose="020B0606030504020204" pitchFamily="34" charset="0"/>
                      <a:ea typeface="Open Sans" panose="020B0606030504020204" pitchFamily="34" charset="0"/>
                      <a:cs typeface="Open Sans" panose="020B0606030504020204" pitchFamily="34" charset="0"/>
                    </a:rPr>
                    <a:t>mohamadjjjj418</a:t>
                  </a:r>
                  <a:r>
                    <a:rPr lang="en-US" sz="1000" i="1" dirty="0">
                      <a:solidFill>
                        <a:schemeClr val="bg1"/>
                      </a:solidFill>
                      <a:latin typeface="Open Sans" panose="020B0606030504020204" pitchFamily="34" charset="0"/>
                      <a:ea typeface="Open Sans" panose="020B0606030504020204" pitchFamily="34" charset="0"/>
                      <a:cs typeface="Open Sans" panose="020B0606030504020204" pitchFamily="34" charset="0"/>
                    </a:rPr>
                    <a:t>@</a:t>
                  </a:r>
                  <a:r>
                    <a:rPr lang="en-US" sz="1200" i="1" dirty="0">
                      <a:solidFill>
                        <a:schemeClr val="bg1"/>
                      </a:solidFill>
                      <a:latin typeface="Open Sans" panose="020B0606030504020204" pitchFamily="34" charset="0"/>
                      <a:ea typeface="Open Sans" panose="020B0606030504020204" pitchFamily="34" charset="0"/>
                      <a:cs typeface="Open Sans" panose="020B0606030504020204" pitchFamily="34" charset="0"/>
                    </a:rPr>
                    <a:t>gmail</a:t>
                  </a:r>
                  <a:r>
                    <a:rPr lang="en-US" sz="1000" i="1" dirty="0">
                      <a:solidFill>
                        <a:schemeClr val="bg1"/>
                      </a:solidFill>
                      <a:latin typeface="Open Sans" panose="020B0606030504020204" pitchFamily="34" charset="0"/>
                      <a:ea typeface="Open Sans" panose="020B0606030504020204" pitchFamily="34" charset="0"/>
                      <a:cs typeface="Open Sans" panose="020B0606030504020204" pitchFamily="34" charset="0"/>
                    </a:rPr>
                    <a:t>.</a:t>
                  </a:r>
                  <a:r>
                    <a:rPr lang="en-US" sz="1200" i="1" dirty="0">
                      <a:solidFill>
                        <a:schemeClr val="bg1"/>
                      </a:solidFill>
                      <a:latin typeface="Open Sans" panose="020B0606030504020204" pitchFamily="34" charset="0"/>
                      <a:ea typeface="Open Sans" panose="020B0606030504020204" pitchFamily="34" charset="0"/>
                      <a:cs typeface="Open Sans" panose="020B0606030504020204" pitchFamily="34" charset="0"/>
                    </a:rPr>
                    <a:t>com</a:t>
                  </a:r>
                  <a:endParaRPr lang="fr-FR" sz="1200" i="1" dirty="0">
                    <a:solidFill>
                      <a:schemeClr val="bg1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endParaRPr>
                </a:p>
              </p:txBody>
            </p:sp>
          </p:grpSp>
          <p:sp>
            <p:nvSpPr>
              <p:cNvPr id="179" name="شكل حر 78">
                <a:extLst>
                  <a:ext uri="{FF2B5EF4-FFF2-40B4-BE49-F238E27FC236}">
                    <a16:creationId xmlns:a16="http://schemas.microsoft.com/office/drawing/2014/main" id="{EA406362-43EF-4E8B-B051-985090DA923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342924" y="1642200"/>
                <a:ext cx="131694" cy="198858"/>
              </a:xfrm>
              <a:custGeom>
                <a:avLst/>
                <a:gdLst>
                  <a:gd name="connsiteX0" fmla="*/ 1316986 w 2647950"/>
                  <a:gd name="connsiteY0" fmla="*/ 704850 h 3976070"/>
                  <a:gd name="connsiteX1" fmla="*/ 776597 w 2647950"/>
                  <a:gd name="connsiteY1" fmla="*/ 1245239 h 3976070"/>
                  <a:gd name="connsiteX2" fmla="*/ 1316986 w 2647950"/>
                  <a:gd name="connsiteY2" fmla="*/ 1785628 h 3976070"/>
                  <a:gd name="connsiteX3" fmla="*/ 1857375 w 2647950"/>
                  <a:gd name="connsiteY3" fmla="*/ 1245239 h 3976070"/>
                  <a:gd name="connsiteX4" fmla="*/ 1316986 w 2647950"/>
                  <a:gd name="connsiteY4" fmla="*/ 704850 h 3976070"/>
                  <a:gd name="connsiteX5" fmla="*/ 1323975 w 2647950"/>
                  <a:gd name="connsiteY5" fmla="*/ 0 h 3976070"/>
                  <a:gd name="connsiteX6" fmla="*/ 2647950 w 2647950"/>
                  <a:gd name="connsiteY6" fmla="*/ 1323975 h 3976070"/>
                  <a:gd name="connsiteX7" fmla="*/ 2421836 w 2647950"/>
                  <a:gd name="connsiteY7" fmla="*/ 2064222 h 3976070"/>
                  <a:gd name="connsiteX8" fmla="*/ 2358543 w 2647950"/>
                  <a:gd name="connsiteY8" fmla="*/ 2148863 h 3976070"/>
                  <a:gd name="connsiteX9" fmla="*/ 1334733 w 2647950"/>
                  <a:gd name="connsiteY9" fmla="*/ 3976070 h 3976070"/>
                  <a:gd name="connsiteX10" fmla="*/ 273757 w 2647950"/>
                  <a:gd name="connsiteY10" fmla="*/ 2127934 h 3976070"/>
                  <a:gd name="connsiteX11" fmla="*/ 226114 w 2647950"/>
                  <a:gd name="connsiteY11" fmla="*/ 2064222 h 3976070"/>
                  <a:gd name="connsiteX12" fmla="*/ 0 w 2647950"/>
                  <a:gd name="connsiteY12" fmla="*/ 1323975 h 3976070"/>
                  <a:gd name="connsiteX13" fmla="*/ 1323975 w 2647950"/>
                  <a:gd name="connsiteY13" fmla="*/ 0 h 39760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647950" h="3976070">
                    <a:moveTo>
                      <a:pt x="1316986" y="704850"/>
                    </a:moveTo>
                    <a:cubicBezTo>
                      <a:pt x="1018537" y="704850"/>
                      <a:pt x="776597" y="946790"/>
                      <a:pt x="776597" y="1245239"/>
                    </a:cubicBezTo>
                    <a:cubicBezTo>
                      <a:pt x="776597" y="1543688"/>
                      <a:pt x="1018537" y="1785628"/>
                      <a:pt x="1316986" y="1785628"/>
                    </a:cubicBezTo>
                    <a:cubicBezTo>
                      <a:pt x="1615435" y="1785628"/>
                      <a:pt x="1857375" y="1543688"/>
                      <a:pt x="1857375" y="1245239"/>
                    </a:cubicBezTo>
                    <a:cubicBezTo>
                      <a:pt x="1857375" y="946790"/>
                      <a:pt x="1615435" y="704850"/>
                      <a:pt x="1316986" y="704850"/>
                    </a:cubicBezTo>
                    <a:close/>
                    <a:moveTo>
                      <a:pt x="1323975" y="0"/>
                    </a:moveTo>
                    <a:cubicBezTo>
                      <a:pt x="2055186" y="0"/>
                      <a:pt x="2647950" y="592764"/>
                      <a:pt x="2647950" y="1323975"/>
                    </a:cubicBezTo>
                    <a:cubicBezTo>
                      <a:pt x="2647950" y="1598179"/>
                      <a:pt x="2564593" y="1852914"/>
                      <a:pt x="2421836" y="2064222"/>
                    </a:cubicBezTo>
                    <a:lnTo>
                      <a:pt x="2358543" y="2148863"/>
                    </a:lnTo>
                    <a:lnTo>
                      <a:pt x="1334733" y="3976070"/>
                    </a:lnTo>
                    <a:lnTo>
                      <a:pt x="273757" y="2127934"/>
                    </a:lnTo>
                    <a:lnTo>
                      <a:pt x="226114" y="2064222"/>
                    </a:lnTo>
                    <a:cubicBezTo>
                      <a:pt x="83358" y="1852914"/>
                      <a:pt x="0" y="1598179"/>
                      <a:pt x="0" y="1323975"/>
                    </a:cubicBezTo>
                    <a:cubicBezTo>
                      <a:pt x="0" y="592764"/>
                      <a:pt x="592764" y="0"/>
                      <a:pt x="1323975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793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1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fr-MA" sz="2800">
                  <a:solidFill>
                    <a:schemeClr val="bg1"/>
                  </a:solidFill>
                </a:endParaRPr>
              </a:p>
            </p:txBody>
          </p:sp>
          <p:sp>
            <p:nvSpPr>
              <p:cNvPr id="180" name="شكل حر 85">
                <a:extLst>
                  <a:ext uri="{FF2B5EF4-FFF2-40B4-BE49-F238E27FC236}">
                    <a16:creationId xmlns:a16="http://schemas.microsoft.com/office/drawing/2014/main" id="{DED6AC6B-0920-4129-A7CE-18DC655B020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341479" y="1256455"/>
                <a:ext cx="185933" cy="132573"/>
              </a:xfrm>
              <a:custGeom>
                <a:avLst/>
                <a:gdLst>
                  <a:gd name="connsiteX0" fmla="*/ 3316236 w 8372474"/>
                  <a:gd name="connsiteY0" fmla="*/ 3531540 h 5981701"/>
                  <a:gd name="connsiteX1" fmla="*/ 1307076 w 8372474"/>
                  <a:gd name="connsiteY1" fmla="*/ 5537782 h 5981701"/>
                  <a:gd name="connsiteX2" fmla="*/ 7035211 w 8372474"/>
                  <a:gd name="connsiteY2" fmla="*/ 5534939 h 5981701"/>
                  <a:gd name="connsiteX3" fmla="*/ 5064612 w 8372474"/>
                  <a:gd name="connsiteY3" fmla="*/ 3558654 h 5981701"/>
                  <a:gd name="connsiteX4" fmla="*/ 4317667 w 8372474"/>
                  <a:gd name="connsiteY4" fmla="*/ 4306522 h 5981701"/>
                  <a:gd name="connsiteX5" fmla="*/ 4091217 w 8372474"/>
                  <a:gd name="connsiteY5" fmla="*/ 4308903 h 5981701"/>
                  <a:gd name="connsiteX6" fmla="*/ 7887285 w 8372474"/>
                  <a:gd name="connsiteY6" fmla="*/ 736631 h 5981701"/>
                  <a:gd name="connsiteX7" fmla="*/ 5379748 w 8372474"/>
                  <a:gd name="connsiteY7" fmla="*/ 3243523 h 5981701"/>
                  <a:gd name="connsiteX8" fmla="*/ 7665088 w 8372474"/>
                  <a:gd name="connsiteY8" fmla="*/ 5527516 h 5981701"/>
                  <a:gd name="connsiteX9" fmla="*/ 7884020 w 8372474"/>
                  <a:gd name="connsiteY9" fmla="*/ 5078798 h 5981701"/>
                  <a:gd name="connsiteX10" fmla="*/ 7887285 w 8372474"/>
                  <a:gd name="connsiteY10" fmla="*/ 736631 h 5981701"/>
                  <a:gd name="connsiteX11" fmla="*/ 494711 w 8372474"/>
                  <a:gd name="connsiteY11" fmla="*/ 712818 h 5981701"/>
                  <a:gd name="connsiteX12" fmla="*/ 497974 w 8372474"/>
                  <a:gd name="connsiteY12" fmla="*/ 5054986 h 5981701"/>
                  <a:gd name="connsiteX13" fmla="*/ 716862 w 8372474"/>
                  <a:gd name="connsiteY13" fmla="*/ 5503704 h 5981701"/>
                  <a:gd name="connsiteX14" fmla="*/ 3001739 w 8372474"/>
                  <a:gd name="connsiteY14" fmla="*/ 3219711 h 5981701"/>
                  <a:gd name="connsiteX15" fmla="*/ 881060 w 8372474"/>
                  <a:gd name="connsiteY15" fmla="*/ 472017 h 5981701"/>
                  <a:gd name="connsiteX16" fmla="*/ 4067173 w 8372474"/>
                  <a:gd name="connsiteY16" fmla="*/ 3655748 h 5981701"/>
                  <a:gd name="connsiteX17" fmla="*/ 4212429 w 8372474"/>
                  <a:gd name="connsiteY17" fmla="*/ 3729567 h 5981701"/>
                  <a:gd name="connsiteX18" fmla="*/ 4348161 w 8372474"/>
                  <a:gd name="connsiteY18" fmla="*/ 3641461 h 5981701"/>
                  <a:gd name="connsiteX19" fmla="*/ 7519985 w 8372474"/>
                  <a:gd name="connsiteY19" fmla="*/ 472017 h 5981701"/>
                  <a:gd name="connsiteX20" fmla="*/ 892290 w 8372474"/>
                  <a:gd name="connsiteY20" fmla="*/ 0 h 5981701"/>
                  <a:gd name="connsiteX21" fmla="*/ 7480184 w 8372474"/>
                  <a:gd name="connsiteY21" fmla="*/ 0 h 5981701"/>
                  <a:gd name="connsiteX22" fmla="*/ 8372474 w 8372474"/>
                  <a:gd name="connsiteY22" fmla="*/ 892290 h 5981701"/>
                  <a:gd name="connsiteX23" fmla="*/ 8372474 w 8372474"/>
                  <a:gd name="connsiteY23" fmla="*/ 5089411 h 5981701"/>
                  <a:gd name="connsiteX24" fmla="*/ 7480184 w 8372474"/>
                  <a:gd name="connsiteY24" fmla="*/ 5981701 h 5981701"/>
                  <a:gd name="connsiteX25" fmla="*/ 892290 w 8372474"/>
                  <a:gd name="connsiteY25" fmla="*/ 5981701 h 5981701"/>
                  <a:gd name="connsiteX26" fmla="*/ 0 w 8372474"/>
                  <a:gd name="connsiteY26" fmla="*/ 5089411 h 5981701"/>
                  <a:gd name="connsiteX27" fmla="*/ 0 w 8372474"/>
                  <a:gd name="connsiteY27" fmla="*/ 892290 h 5981701"/>
                  <a:gd name="connsiteX28" fmla="*/ 892290 w 8372474"/>
                  <a:gd name="connsiteY28" fmla="*/ 0 h 59817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8372474" h="5981701">
                    <a:moveTo>
                      <a:pt x="3316236" y="3531540"/>
                    </a:moveTo>
                    <a:lnTo>
                      <a:pt x="1307076" y="5537782"/>
                    </a:lnTo>
                    <a:lnTo>
                      <a:pt x="7035211" y="5534939"/>
                    </a:lnTo>
                    <a:lnTo>
                      <a:pt x="5064612" y="3558654"/>
                    </a:lnTo>
                    <a:lnTo>
                      <a:pt x="4317667" y="4306522"/>
                    </a:lnTo>
                    <a:cubicBezTo>
                      <a:pt x="4246947" y="4383516"/>
                      <a:pt x="4152413" y="4365259"/>
                      <a:pt x="4091217" y="4308903"/>
                    </a:cubicBezTo>
                    <a:close/>
                    <a:moveTo>
                      <a:pt x="7887285" y="736631"/>
                    </a:moveTo>
                    <a:lnTo>
                      <a:pt x="5379748" y="3243523"/>
                    </a:lnTo>
                    <a:lnTo>
                      <a:pt x="7665088" y="5527516"/>
                    </a:lnTo>
                    <a:cubicBezTo>
                      <a:pt x="7783318" y="5489862"/>
                      <a:pt x="7896785" y="5392677"/>
                      <a:pt x="7884020" y="5078798"/>
                    </a:cubicBezTo>
                    <a:cubicBezTo>
                      <a:pt x="7877170" y="3582196"/>
                      <a:pt x="7894135" y="2233232"/>
                      <a:pt x="7887285" y="736631"/>
                    </a:cubicBezTo>
                    <a:close/>
                    <a:moveTo>
                      <a:pt x="494711" y="712818"/>
                    </a:moveTo>
                    <a:cubicBezTo>
                      <a:pt x="487861" y="2209420"/>
                      <a:pt x="504824" y="3558384"/>
                      <a:pt x="497974" y="5054986"/>
                    </a:cubicBezTo>
                    <a:cubicBezTo>
                      <a:pt x="485212" y="5368865"/>
                      <a:pt x="598656" y="5466050"/>
                      <a:pt x="716862" y="5503704"/>
                    </a:cubicBezTo>
                    <a:lnTo>
                      <a:pt x="3001739" y="3219711"/>
                    </a:lnTo>
                    <a:close/>
                    <a:moveTo>
                      <a:pt x="881060" y="472017"/>
                    </a:moveTo>
                    <a:lnTo>
                      <a:pt x="4067173" y="3655748"/>
                    </a:lnTo>
                    <a:cubicBezTo>
                      <a:pt x="4101304" y="3685117"/>
                      <a:pt x="4099716" y="3719248"/>
                      <a:pt x="4212429" y="3729567"/>
                    </a:cubicBezTo>
                    <a:cubicBezTo>
                      <a:pt x="4298154" y="3712104"/>
                      <a:pt x="4312442" y="3685118"/>
                      <a:pt x="4348161" y="3641461"/>
                    </a:cubicBezTo>
                    <a:lnTo>
                      <a:pt x="7519985" y="472017"/>
                    </a:lnTo>
                    <a:close/>
                    <a:moveTo>
                      <a:pt x="892290" y="0"/>
                    </a:moveTo>
                    <a:lnTo>
                      <a:pt x="7480184" y="0"/>
                    </a:lnTo>
                    <a:cubicBezTo>
                      <a:pt x="7972982" y="0"/>
                      <a:pt x="8372474" y="399492"/>
                      <a:pt x="8372474" y="892290"/>
                    </a:cubicBezTo>
                    <a:lnTo>
                      <a:pt x="8372474" y="5089411"/>
                    </a:lnTo>
                    <a:cubicBezTo>
                      <a:pt x="8372474" y="5582209"/>
                      <a:pt x="7972982" y="5981701"/>
                      <a:pt x="7480184" y="5981701"/>
                    </a:cubicBezTo>
                    <a:lnTo>
                      <a:pt x="892290" y="5981701"/>
                    </a:lnTo>
                    <a:cubicBezTo>
                      <a:pt x="399492" y="5981701"/>
                      <a:pt x="0" y="5582209"/>
                      <a:pt x="0" y="5089411"/>
                    </a:cubicBezTo>
                    <a:lnTo>
                      <a:pt x="0" y="892290"/>
                    </a:lnTo>
                    <a:cubicBezTo>
                      <a:pt x="0" y="399492"/>
                      <a:pt x="399492" y="0"/>
                      <a:pt x="892290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1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fr-MA" sz="2800">
                  <a:solidFill>
                    <a:schemeClr val="bg1"/>
                  </a:solidFill>
                </a:endParaRPr>
              </a:p>
            </p:txBody>
          </p:sp>
          <p:sp>
            <p:nvSpPr>
              <p:cNvPr id="181" name="Freeform: Shape 93">
                <a:extLst>
                  <a:ext uri="{FF2B5EF4-FFF2-40B4-BE49-F238E27FC236}">
                    <a16:creationId xmlns:a16="http://schemas.microsoft.com/office/drawing/2014/main" id="{D1C982CC-03FE-4135-95E5-BF181F7A8EE2}"/>
                  </a:ext>
                </a:extLst>
              </p:cNvPr>
              <p:cNvSpPr/>
              <p:nvPr/>
            </p:nvSpPr>
            <p:spPr>
              <a:xfrm>
                <a:off x="1342588" y="891885"/>
                <a:ext cx="198858" cy="198858"/>
              </a:xfrm>
              <a:custGeom>
                <a:avLst/>
                <a:gdLst>
                  <a:gd name="connsiteX0" fmla="*/ 67377 w 108660"/>
                  <a:gd name="connsiteY0" fmla="*/ 71902 h 115365"/>
                  <a:gd name="connsiteX1" fmla="*/ 70853 w 108660"/>
                  <a:gd name="connsiteY1" fmla="*/ 73629 h 115365"/>
                  <a:gd name="connsiteX2" fmla="*/ 86114 w 108660"/>
                  <a:gd name="connsiteY2" fmla="*/ 100034 h 115365"/>
                  <a:gd name="connsiteX3" fmla="*/ 84836 w 108660"/>
                  <a:gd name="connsiteY3" fmla="*/ 104841 h 115365"/>
                  <a:gd name="connsiteX4" fmla="*/ 76774 w 108660"/>
                  <a:gd name="connsiteY4" fmla="*/ 109523 h 115365"/>
                  <a:gd name="connsiteX5" fmla="*/ 71978 w 108660"/>
                  <a:gd name="connsiteY5" fmla="*/ 108243 h 115365"/>
                  <a:gd name="connsiteX6" fmla="*/ 56717 w 108660"/>
                  <a:gd name="connsiteY6" fmla="*/ 81838 h 115365"/>
                  <a:gd name="connsiteX7" fmla="*/ 57995 w 108660"/>
                  <a:gd name="connsiteY7" fmla="*/ 77031 h 115365"/>
                  <a:gd name="connsiteX8" fmla="*/ 66057 w 108660"/>
                  <a:gd name="connsiteY8" fmla="*/ 72349 h 115365"/>
                  <a:gd name="connsiteX9" fmla="*/ 67377 w 108660"/>
                  <a:gd name="connsiteY9" fmla="*/ 71902 h 115365"/>
                  <a:gd name="connsiteX10" fmla="*/ 90660 w 108660"/>
                  <a:gd name="connsiteY10" fmla="*/ 11963 h 115365"/>
                  <a:gd name="connsiteX11" fmla="*/ 108660 w 108660"/>
                  <a:gd name="connsiteY11" fmla="*/ 29963 h 115365"/>
                  <a:gd name="connsiteX12" fmla="*/ 90660 w 108660"/>
                  <a:gd name="connsiteY12" fmla="*/ 47963 h 115365"/>
                  <a:gd name="connsiteX13" fmla="*/ 72660 w 108660"/>
                  <a:gd name="connsiteY13" fmla="*/ 29963 h 115365"/>
                  <a:gd name="connsiteX14" fmla="*/ 90660 w 108660"/>
                  <a:gd name="connsiteY14" fmla="*/ 11963 h 115365"/>
                  <a:gd name="connsiteX15" fmla="*/ 12883 w 108660"/>
                  <a:gd name="connsiteY15" fmla="*/ 10583 h 115365"/>
                  <a:gd name="connsiteX16" fmla="*/ 28856 w 108660"/>
                  <a:gd name="connsiteY16" fmla="*/ 38492 h 115365"/>
                  <a:gd name="connsiteX17" fmla="*/ 29670 w 108660"/>
                  <a:gd name="connsiteY17" fmla="*/ 68633 h 115365"/>
                  <a:gd name="connsiteX18" fmla="*/ 54537 w 108660"/>
                  <a:gd name="connsiteY18" fmla="*/ 82872 h 115365"/>
                  <a:gd name="connsiteX19" fmla="*/ 70535 w 108660"/>
                  <a:gd name="connsiteY19" fmla="*/ 110710 h 115365"/>
                  <a:gd name="connsiteX20" fmla="*/ 56894 w 108660"/>
                  <a:gd name="connsiteY20" fmla="*/ 115365 h 115365"/>
                  <a:gd name="connsiteX21" fmla="*/ 45294 w 108660"/>
                  <a:gd name="connsiteY21" fmla="*/ 110850 h 115365"/>
                  <a:gd name="connsiteX22" fmla="*/ 20 w 108660"/>
                  <a:gd name="connsiteY22" fmla="*/ 26785 h 115365"/>
                  <a:gd name="connsiteX23" fmla="*/ 3356 w 108660"/>
                  <a:gd name="connsiteY23" fmla="*/ 17711 h 115365"/>
                  <a:gd name="connsiteX24" fmla="*/ 12883 w 108660"/>
                  <a:gd name="connsiteY24" fmla="*/ 10583 h 115365"/>
                  <a:gd name="connsiteX25" fmla="*/ 26146 w 108660"/>
                  <a:gd name="connsiteY25" fmla="*/ 27 h 115365"/>
                  <a:gd name="connsiteX26" fmla="*/ 29622 w 108660"/>
                  <a:gd name="connsiteY26" fmla="*/ 1755 h 115365"/>
                  <a:gd name="connsiteX27" fmla="*/ 44882 w 108660"/>
                  <a:gd name="connsiteY27" fmla="*/ 28160 h 115365"/>
                  <a:gd name="connsiteX28" fmla="*/ 43605 w 108660"/>
                  <a:gd name="connsiteY28" fmla="*/ 32967 h 115365"/>
                  <a:gd name="connsiteX29" fmla="*/ 35542 w 108660"/>
                  <a:gd name="connsiteY29" fmla="*/ 37649 h 115365"/>
                  <a:gd name="connsiteX30" fmla="*/ 30747 w 108660"/>
                  <a:gd name="connsiteY30" fmla="*/ 36368 h 115365"/>
                  <a:gd name="connsiteX31" fmla="*/ 15486 w 108660"/>
                  <a:gd name="connsiteY31" fmla="*/ 9963 h 115365"/>
                  <a:gd name="connsiteX32" fmla="*/ 16764 w 108660"/>
                  <a:gd name="connsiteY32" fmla="*/ 5156 h 115365"/>
                  <a:gd name="connsiteX33" fmla="*/ 24826 w 108660"/>
                  <a:gd name="connsiteY33" fmla="*/ 474 h 115365"/>
                  <a:gd name="connsiteX34" fmla="*/ 26146 w 108660"/>
                  <a:gd name="connsiteY34" fmla="*/ 27 h 1153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108660" h="115365">
                    <a:moveTo>
                      <a:pt x="67377" y="71902"/>
                    </a:moveTo>
                    <a:cubicBezTo>
                      <a:pt x="68734" y="71731"/>
                      <a:pt x="70124" y="72369"/>
                      <a:pt x="70853" y="73629"/>
                    </a:cubicBezTo>
                    <a:lnTo>
                      <a:pt x="86114" y="100034"/>
                    </a:lnTo>
                    <a:cubicBezTo>
                      <a:pt x="87085" y="101715"/>
                      <a:pt x="86513" y="103867"/>
                      <a:pt x="84836" y="104841"/>
                    </a:cubicBezTo>
                    <a:lnTo>
                      <a:pt x="76774" y="109523"/>
                    </a:lnTo>
                    <a:cubicBezTo>
                      <a:pt x="75097" y="110497"/>
                      <a:pt x="72950" y="109924"/>
                      <a:pt x="71978" y="108243"/>
                    </a:cubicBezTo>
                    <a:lnTo>
                      <a:pt x="56717" y="81838"/>
                    </a:lnTo>
                    <a:cubicBezTo>
                      <a:pt x="55746" y="80157"/>
                      <a:pt x="56318" y="78005"/>
                      <a:pt x="57995" y="77031"/>
                    </a:cubicBezTo>
                    <a:lnTo>
                      <a:pt x="66057" y="72349"/>
                    </a:lnTo>
                    <a:cubicBezTo>
                      <a:pt x="66477" y="72106"/>
                      <a:pt x="66925" y="71959"/>
                      <a:pt x="67377" y="71902"/>
                    </a:cubicBezTo>
                    <a:close/>
                    <a:moveTo>
                      <a:pt x="90660" y="11963"/>
                    </a:moveTo>
                    <a:cubicBezTo>
                      <a:pt x="100601" y="11963"/>
                      <a:pt x="108660" y="20022"/>
                      <a:pt x="108660" y="29963"/>
                    </a:cubicBezTo>
                    <a:cubicBezTo>
                      <a:pt x="108660" y="39904"/>
                      <a:pt x="100601" y="47963"/>
                      <a:pt x="90660" y="47963"/>
                    </a:cubicBezTo>
                    <a:cubicBezTo>
                      <a:pt x="80719" y="47963"/>
                      <a:pt x="72660" y="39904"/>
                      <a:pt x="72660" y="29963"/>
                    </a:cubicBezTo>
                    <a:cubicBezTo>
                      <a:pt x="72660" y="20022"/>
                      <a:pt x="80719" y="11963"/>
                      <a:pt x="90660" y="11963"/>
                    </a:cubicBezTo>
                    <a:close/>
                    <a:moveTo>
                      <a:pt x="12883" y="10583"/>
                    </a:moveTo>
                    <a:lnTo>
                      <a:pt x="28856" y="38492"/>
                    </a:lnTo>
                    <a:cubicBezTo>
                      <a:pt x="19525" y="44628"/>
                      <a:pt x="25413" y="61107"/>
                      <a:pt x="29670" y="68633"/>
                    </a:cubicBezTo>
                    <a:cubicBezTo>
                      <a:pt x="34137" y="76158"/>
                      <a:pt x="44638" y="88577"/>
                      <a:pt x="54537" y="82872"/>
                    </a:cubicBezTo>
                    <a:lnTo>
                      <a:pt x="70535" y="110710"/>
                    </a:lnTo>
                    <a:cubicBezTo>
                      <a:pt x="62330" y="115705"/>
                      <a:pt x="59819" y="115213"/>
                      <a:pt x="56894" y="115365"/>
                    </a:cubicBezTo>
                    <a:cubicBezTo>
                      <a:pt x="52780" y="115307"/>
                      <a:pt x="47969" y="112616"/>
                      <a:pt x="45294" y="110850"/>
                    </a:cubicBezTo>
                    <a:cubicBezTo>
                      <a:pt x="32483" y="102989"/>
                      <a:pt x="-936" y="61099"/>
                      <a:pt x="20" y="26785"/>
                    </a:cubicBezTo>
                    <a:cubicBezTo>
                      <a:pt x="137" y="22672"/>
                      <a:pt x="1794" y="19675"/>
                      <a:pt x="3356" y="17711"/>
                    </a:cubicBezTo>
                    <a:cubicBezTo>
                      <a:pt x="5476" y="15116"/>
                      <a:pt x="9518" y="12492"/>
                      <a:pt x="12883" y="10583"/>
                    </a:cubicBezTo>
                    <a:close/>
                    <a:moveTo>
                      <a:pt x="26146" y="27"/>
                    </a:moveTo>
                    <a:cubicBezTo>
                      <a:pt x="27503" y="-144"/>
                      <a:pt x="28893" y="494"/>
                      <a:pt x="29622" y="1755"/>
                    </a:cubicBezTo>
                    <a:lnTo>
                      <a:pt x="44882" y="28160"/>
                    </a:lnTo>
                    <a:cubicBezTo>
                      <a:pt x="45854" y="29841"/>
                      <a:pt x="45282" y="31993"/>
                      <a:pt x="43605" y="32967"/>
                    </a:cubicBezTo>
                    <a:lnTo>
                      <a:pt x="35542" y="37649"/>
                    </a:lnTo>
                    <a:cubicBezTo>
                      <a:pt x="33866" y="38622"/>
                      <a:pt x="31719" y="38049"/>
                      <a:pt x="30747" y="36368"/>
                    </a:cubicBezTo>
                    <a:lnTo>
                      <a:pt x="15486" y="9963"/>
                    </a:lnTo>
                    <a:cubicBezTo>
                      <a:pt x="14515" y="8282"/>
                      <a:pt x="15087" y="6130"/>
                      <a:pt x="16764" y="5156"/>
                    </a:cubicBezTo>
                    <a:lnTo>
                      <a:pt x="24826" y="474"/>
                    </a:lnTo>
                    <a:cubicBezTo>
                      <a:pt x="25245" y="231"/>
                      <a:pt x="25694" y="84"/>
                      <a:pt x="26146" y="27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fr-MA" sz="280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75" name="Group 84">
              <a:extLst>
                <a:ext uri="{FF2B5EF4-FFF2-40B4-BE49-F238E27FC236}">
                  <a16:creationId xmlns:a16="http://schemas.microsoft.com/office/drawing/2014/main" id="{B21AEF2D-CD61-43F4-9B77-192D5DA8EE98}"/>
                </a:ext>
              </a:extLst>
            </p:cNvPr>
            <p:cNvGrpSpPr/>
            <p:nvPr/>
          </p:nvGrpSpPr>
          <p:grpSpPr>
            <a:xfrm>
              <a:off x="4349610" y="3757969"/>
              <a:ext cx="1637673" cy="137351"/>
              <a:chOff x="4349610" y="3757969"/>
              <a:chExt cx="1637673" cy="137351"/>
            </a:xfrm>
          </p:grpSpPr>
          <p:sp>
            <p:nvSpPr>
              <p:cNvPr id="176" name="Rectangle 85">
                <a:extLst>
                  <a:ext uri="{FF2B5EF4-FFF2-40B4-BE49-F238E27FC236}">
                    <a16:creationId xmlns:a16="http://schemas.microsoft.com/office/drawing/2014/main" id="{2399879C-AF1C-4C7D-84F4-95C655644B3D}"/>
                  </a:ext>
                </a:extLst>
              </p:cNvPr>
              <p:cNvSpPr/>
              <p:nvPr/>
            </p:nvSpPr>
            <p:spPr>
              <a:xfrm>
                <a:off x="4562410" y="3757969"/>
                <a:ext cx="1424873" cy="115941"/>
              </a:xfrm>
              <a:prstGeom prst="rect">
                <a:avLst/>
              </a:prstGeom>
              <a:solidFill>
                <a:schemeClr val="bg1">
                  <a:lumMod val="75000"/>
                  <a:alpha val="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78226" tIns="39113" rIns="78226" bIns="39113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rtl="1">
                  <a:lnSpc>
                    <a:spcPct val="107000"/>
                  </a:lnSpc>
                  <a:spcAft>
                    <a:spcPts val="684"/>
                  </a:spcAft>
                </a:pPr>
                <a:r>
                  <a:rPr lang="fr-MA" sz="1200" i="1" dirty="0">
                    <a:solidFill>
                      <a:schemeClr val="bg1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22 </a:t>
                </a:r>
                <a:r>
                  <a:rPr lang="fr-MA" sz="1200" i="1" dirty="0" err="1">
                    <a:solidFill>
                      <a:schemeClr val="bg1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years</a:t>
                </a:r>
                <a:r>
                  <a:rPr lang="fr-MA" sz="1200" i="1" dirty="0">
                    <a:solidFill>
                      <a:schemeClr val="bg1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 </a:t>
                </a:r>
                <a:r>
                  <a:rPr lang="fr-MA" sz="1200" i="1" dirty="0" err="1">
                    <a:solidFill>
                      <a:schemeClr val="bg1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old</a:t>
                </a:r>
                <a:endParaRPr lang="fr-FR" sz="1200" i="1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177" name="Heart 87">
                <a:extLst>
                  <a:ext uri="{FF2B5EF4-FFF2-40B4-BE49-F238E27FC236}">
                    <a16:creationId xmlns:a16="http://schemas.microsoft.com/office/drawing/2014/main" id="{FC64C907-42E7-4D69-9689-4CFC9301D911}"/>
                  </a:ext>
                </a:extLst>
              </p:cNvPr>
              <p:cNvSpPr/>
              <p:nvPr/>
            </p:nvSpPr>
            <p:spPr>
              <a:xfrm>
                <a:off x="4349610" y="3770544"/>
                <a:ext cx="124776" cy="124776"/>
              </a:xfrm>
              <a:prstGeom prst="hear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185" name="مربع نص 184">
            <a:extLst>
              <a:ext uri="{FF2B5EF4-FFF2-40B4-BE49-F238E27FC236}">
                <a16:creationId xmlns:a16="http://schemas.microsoft.com/office/drawing/2014/main" id="{DFC1B319-0EF8-402E-82C5-E8E35618D7AE}"/>
              </a:ext>
            </a:extLst>
          </p:cNvPr>
          <p:cNvSpPr txBox="1"/>
          <p:nvPr/>
        </p:nvSpPr>
        <p:spPr>
          <a:xfrm>
            <a:off x="68510" y="8410110"/>
            <a:ext cx="1986620" cy="651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 defTabSz="400827" rtl="0" eaLnBrk="1" latinLnBrk="0" hangingPunct="1">
              <a:lnSpc>
                <a:spcPct val="107000"/>
              </a:lnSpc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fr-MA" sz="1600" b="0" i="1" kern="1200" dirty="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Mothanna" panose="02000503000000000000" pitchFamily="2" charset="-78"/>
              </a:rPr>
              <a:t>Arabic</a:t>
            </a:r>
            <a:r>
              <a:rPr lang="fr-MA" sz="1600" b="0" i="1" kern="12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Mothanna" panose="02000503000000000000" pitchFamily="2" charset="-78"/>
              </a:rPr>
              <a:t> : </a:t>
            </a:r>
            <a:r>
              <a:rPr lang="fr-FR" sz="1600" b="0" i="1" kern="12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Mothanna" panose="02000503000000000000" pitchFamily="2" charset="-78"/>
              </a:rPr>
              <a:t>Fluent</a:t>
            </a:r>
          </a:p>
          <a:p>
            <a:pPr marL="171450" indent="-171450" algn="l" defTabSz="400827" rtl="0" eaLnBrk="1" latinLnBrk="0" hangingPunct="1">
              <a:lnSpc>
                <a:spcPct val="107000"/>
              </a:lnSpc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fr-MA" sz="1600" b="0" i="1" kern="12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Mothanna" panose="02000503000000000000" pitchFamily="2" charset="-78"/>
              </a:rPr>
              <a:t>English : </a:t>
            </a:r>
            <a:r>
              <a:rPr lang="fr-FR" sz="1600" b="0" i="1" kern="12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Mothanna" panose="02000503000000000000" pitchFamily="2" charset="-78"/>
              </a:rPr>
              <a:t>good</a:t>
            </a:r>
          </a:p>
        </p:txBody>
      </p:sp>
      <p:sp>
        <p:nvSpPr>
          <p:cNvPr id="187" name="مربع نص 186">
            <a:extLst>
              <a:ext uri="{FF2B5EF4-FFF2-40B4-BE49-F238E27FC236}">
                <a16:creationId xmlns:a16="http://schemas.microsoft.com/office/drawing/2014/main" id="{0402C0D1-6546-48E6-A0AC-CBB31A606FE6}"/>
              </a:ext>
            </a:extLst>
          </p:cNvPr>
          <p:cNvSpPr txBox="1"/>
          <p:nvPr/>
        </p:nvSpPr>
        <p:spPr>
          <a:xfrm>
            <a:off x="138913" y="7916269"/>
            <a:ext cx="349567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6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LANGUAGES</a:t>
            </a:r>
            <a:endParaRPr lang="fr-FR" sz="1600" b="1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3" name="صورة 2">
            <a:extLst>
              <a:ext uri="{FF2B5EF4-FFF2-40B4-BE49-F238E27FC236}">
                <a16:creationId xmlns:a16="http://schemas.microsoft.com/office/drawing/2014/main" id="{B97B04CC-8CEC-46C9-B9A2-BC3DBF34D9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973" y="92280"/>
            <a:ext cx="2027433" cy="2086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28911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2004</TotalTime>
  <Words>201</Words>
  <Application>Microsoft Office PowerPoint</Application>
  <PresentationFormat>A4 Paper (210x297 mm)‎</PresentationFormat>
  <Paragraphs>44</Paragraphs>
  <Slides>1</Slides>
  <Notes>1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4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</vt:i4>
      </vt:variant>
    </vt:vector>
  </HeadingPairs>
  <TitlesOfParts>
    <vt:vector size="6" baseType="lpstr">
      <vt:lpstr>Arial</vt:lpstr>
      <vt:lpstr>Calibri</vt:lpstr>
      <vt:lpstr>Open Sans</vt:lpstr>
      <vt:lpstr>Wingdings</vt:lpstr>
      <vt:lpstr>Thème Office</vt:lpstr>
      <vt:lpstr>عرض تقديمي في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جميع الحقوق محفوظة لموقع  www.bestfreecv.com</dc:title>
  <dc:creator>YOUSSEFF BAHLA</dc:creator>
  <cp:lastModifiedBy>User</cp:lastModifiedBy>
  <cp:revision>254</cp:revision>
  <dcterms:created xsi:type="dcterms:W3CDTF">2015-07-03T12:55:42Z</dcterms:created>
  <dcterms:modified xsi:type="dcterms:W3CDTF">2022-04-13T23:15:02Z</dcterms:modified>
</cp:coreProperties>
</file>